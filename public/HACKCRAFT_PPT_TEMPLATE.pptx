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18288000" cy="10287000"/>
  <p:notesSz cx="6858000" cy="9144000"/>
  <p:embeddedFontLst>
    <p:embeddedFont>
      <p:font typeface="Blanka" charset="1" panose="00000000000000000000"/>
      <p:regular r:id="rId14"/>
    </p:embeddedFont>
    <p:embeddedFont>
      <p:font typeface="Anton" charset="1" panose="00000500000000000000"/>
      <p:regular r:id="rId15"/>
    </p:embeddedFont>
    <p:embeddedFont>
      <p:font typeface="Horizon" charset="1" panose="02000500000000000000"/>
      <p:regular r:id="rId16"/>
    </p:embeddedFont>
    <p:embeddedFont>
      <p:font typeface="League Gothic" charset="1" panose="00000500000000000000"/>
      <p:regular r:id="rId17"/>
    </p:embeddedFont>
    <p:embeddedFont>
      <p:font typeface="Poppins" charset="1" panose="00000500000000000000"/>
      <p:regular r:id="rId18"/>
    </p:embeddedFont>
    <p:embeddedFont>
      <p:font typeface="Garet" charset="1" panose="00000000000000000000"/>
      <p:regular r:id="rId19"/>
    </p:embeddedFont>
    <p:embeddedFont>
      <p:font typeface="Garet Bold" charset="1" panose="00000000000000000000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1.svg" Type="http://schemas.openxmlformats.org/officeDocument/2006/relationships/image"/><Relationship Id="rId2" Target="../media/image2.png" Type="http://schemas.openxmlformats.org/officeDocument/2006/relationships/image"/><Relationship Id="rId3" Target="../media/image4.png" Type="http://schemas.openxmlformats.org/officeDocument/2006/relationships/image"/><Relationship Id="rId4" Target="../media/image5.svg" Type="http://schemas.openxmlformats.org/officeDocument/2006/relationships/image"/><Relationship Id="rId5" Target="../media/image6.png" Type="http://schemas.openxmlformats.org/officeDocument/2006/relationships/image"/><Relationship Id="rId6" Target="../media/image7.svg" Type="http://schemas.openxmlformats.org/officeDocument/2006/relationships/image"/><Relationship Id="rId7" Target="../media/image8.png" Type="http://schemas.openxmlformats.org/officeDocument/2006/relationships/image"/><Relationship Id="rId8" Target="../media/image9.svg" Type="http://schemas.openxmlformats.org/officeDocument/2006/relationships/image"/><Relationship Id="rId9" Target="../media/image10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0.png" Type="http://schemas.openxmlformats.org/officeDocument/2006/relationships/image"/><Relationship Id="rId11" Target="../media/image21.svg" Type="http://schemas.openxmlformats.org/officeDocument/2006/relationships/image"/><Relationship Id="rId12" Target="../media/image22.jpeg" Type="http://schemas.openxmlformats.org/officeDocument/2006/relationships/image"/><Relationship Id="rId13" Target="../media/image1.jpeg" Type="http://schemas.openxmlformats.org/officeDocument/2006/relationships/image"/><Relationship Id="rId2" Target="../media/image12.png" Type="http://schemas.openxmlformats.org/officeDocument/2006/relationships/image"/><Relationship Id="rId3" Target="../media/image13.svg" Type="http://schemas.openxmlformats.org/officeDocument/2006/relationships/image"/><Relationship Id="rId4" Target="../media/image14.png" Type="http://schemas.openxmlformats.org/officeDocument/2006/relationships/image"/><Relationship Id="rId5" Target="../media/image15.svg" Type="http://schemas.openxmlformats.org/officeDocument/2006/relationships/image"/><Relationship Id="rId6" Target="../media/image16.png" Type="http://schemas.openxmlformats.org/officeDocument/2006/relationships/image"/><Relationship Id="rId7" Target="../media/image17.svg" Type="http://schemas.openxmlformats.org/officeDocument/2006/relationships/image"/><Relationship Id="rId8" Target="../media/image18.png" Type="http://schemas.openxmlformats.org/officeDocument/2006/relationships/image"/><Relationship Id="rId9" Target="../media/image19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3.png" Type="http://schemas.openxmlformats.org/officeDocument/2006/relationships/image"/><Relationship Id="rId3" Target="../media/image24.svg" Type="http://schemas.openxmlformats.org/officeDocument/2006/relationships/image"/><Relationship Id="rId4" Target="https://www.canva.com/design/DAHCHXv6uB0/1PMLLpAYHkecC-gHC3en6w/view?utm_content=DAHCHXv6uB0&amp;utm_campaign=designshare&amp;utm_medium=link&amp;utm_source=publishsharelink&amp;mode=preview" TargetMode="External" Type="http://schemas.openxmlformats.org/officeDocument/2006/relationships/hyperlink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C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104242" y="2072431"/>
            <a:ext cx="217202" cy="203490"/>
            <a:chOff x="0" y="0"/>
            <a:chExt cx="279765" cy="26210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79765" cy="262103"/>
            </a:xfrm>
            <a:custGeom>
              <a:avLst/>
              <a:gdLst/>
              <a:ahLst/>
              <a:cxnLst/>
              <a:rect r="r" b="b" t="t" l="l"/>
              <a:pathLst>
                <a:path h="262103" w="279765">
                  <a:moveTo>
                    <a:pt x="0" y="0"/>
                  </a:moveTo>
                  <a:lnTo>
                    <a:pt x="279765" y="0"/>
                  </a:lnTo>
                  <a:lnTo>
                    <a:pt x="279765" y="262103"/>
                  </a:lnTo>
                  <a:lnTo>
                    <a:pt x="0" y="262103"/>
                  </a:lnTo>
                  <a:close/>
                </a:path>
              </a:pathLst>
            </a:custGeom>
            <a:solidFill>
              <a:srgbClr val="000C22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0"/>
              <a:ext cx="279765" cy="262103"/>
            </a:xfrm>
            <a:prstGeom prst="rect">
              <a:avLst/>
            </a:prstGeom>
          </p:spPr>
          <p:txBody>
            <a:bodyPr anchor="ctr" rtlCol="false" tIns="15207" lIns="15207" bIns="15207" rIns="15207"/>
            <a:lstStyle/>
            <a:p>
              <a:pPr algn="ctr">
                <a:lnSpc>
                  <a:spcPts val="187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028700" y="1162264"/>
            <a:ext cx="1374929" cy="1354305"/>
          </a:xfrm>
          <a:custGeom>
            <a:avLst/>
            <a:gdLst/>
            <a:ahLst/>
            <a:cxnLst/>
            <a:rect r="r" b="b" t="t" l="l"/>
            <a:pathLst>
              <a:path h="1354305" w="1374929">
                <a:moveTo>
                  <a:pt x="0" y="0"/>
                </a:moveTo>
                <a:lnTo>
                  <a:pt x="1374929" y="0"/>
                </a:lnTo>
                <a:lnTo>
                  <a:pt x="1374929" y="1354305"/>
                </a:lnTo>
                <a:lnTo>
                  <a:pt x="0" y="135430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3272369" y="1427079"/>
            <a:ext cx="2385153" cy="967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09"/>
              </a:lnSpc>
            </a:pPr>
            <a:r>
              <a:rPr lang="en-US" sz="4415">
                <a:solidFill>
                  <a:srgbClr val="FFFFFF"/>
                </a:solidFill>
                <a:latin typeface="Blanka"/>
                <a:ea typeface="Blanka"/>
                <a:cs typeface="Blanka"/>
                <a:sym typeface="Blanka"/>
              </a:rPr>
              <a:t>Team</a:t>
            </a:r>
          </a:p>
          <a:p>
            <a:pPr algn="ctr">
              <a:lnSpc>
                <a:spcPts val="3709"/>
              </a:lnSpc>
            </a:pPr>
            <a:r>
              <a:rPr lang="en-US" sz="4415">
                <a:solidFill>
                  <a:srgbClr val="FFFFFF"/>
                </a:solidFill>
                <a:latin typeface="Blanka"/>
                <a:ea typeface="Blanka"/>
                <a:cs typeface="Blanka"/>
                <a:sym typeface="Blanka"/>
              </a:rPr>
              <a:t>Sankalp</a:t>
            </a:r>
          </a:p>
        </p:txBody>
      </p:sp>
      <p:sp>
        <p:nvSpPr>
          <p:cNvPr name="AutoShape 7" id="7"/>
          <p:cNvSpPr/>
          <p:nvPr/>
        </p:nvSpPr>
        <p:spPr>
          <a:xfrm>
            <a:off x="6091892" y="1028700"/>
            <a:ext cx="0" cy="1621433"/>
          </a:xfrm>
          <a:prstGeom prst="line">
            <a:avLst/>
          </a:prstGeom>
          <a:ln cap="flat" w="476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8" id="8"/>
          <p:cNvSpPr/>
          <p:nvPr/>
        </p:nvSpPr>
        <p:spPr>
          <a:xfrm>
            <a:off x="2837999" y="1028700"/>
            <a:ext cx="0" cy="1621433"/>
          </a:xfrm>
          <a:prstGeom prst="line">
            <a:avLst/>
          </a:prstGeom>
          <a:ln cap="flat" w="476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9" id="9"/>
          <p:cNvSpPr/>
          <p:nvPr/>
        </p:nvSpPr>
        <p:spPr>
          <a:xfrm flipH="false" flipV="false" rot="7003966">
            <a:off x="-588923" y="5013860"/>
            <a:ext cx="8941097" cy="9040016"/>
          </a:xfrm>
          <a:custGeom>
            <a:avLst/>
            <a:gdLst/>
            <a:ahLst/>
            <a:cxnLst/>
            <a:rect r="r" b="b" t="t" l="l"/>
            <a:pathLst>
              <a:path h="9040016" w="8941097">
                <a:moveTo>
                  <a:pt x="0" y="0"/>
                </a:moveTo>
                <a:lnTo>
                  <a:pt x="8941097" y="0"/>
                </a:lnTo>
                <a:lnTo>
                  <a:pt x="8941097" y="9040016"/>
                </a:lnTo>
                <a:lnTo>
                  <a:pt x="0" y="904001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1702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7420906" y="7400506"/>
            <a:ext cx="3579538" cy="1619480"/>
            <a:chOff x="0" y="0"/>
            <a:chExt cx="942759" cy="42653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942759" cy="426530"/>
            </a:xfrm>
            <a:custGeom>
              <a:avLst/>
              <a:gdLst/>
              <a:ahLst/>
              <a:cxnLst/>
              <a:rect r="r" b="b" t="t" l="l"/>
              <a:pathLst>
                <a:path h="426530" w="942759">
                  <a:moveTo>
                    <a:pt x="110304" y="0"/>
                  </a:moveTo>
                  <a:lnTo>
                    <a:pt x="832455" y="0"/>
                  </a:lnTo>
                  <a:cubicBezTo>
                    <a:pt x="893374" y="0"/>
                    <a:pt x="942759" y="49385"/>
                    <a:pt x="942759" y="110304"/>
                  </a:cubicBezTo>
                  <a:lnTo>
                    <a:pt x="942759" y="316225"/>
                  </a:lnTo>
                  <a:cubicBezTo>
                    <a:pt x="942759" y="377145"/>
                    <a:pt x="893374" y="426530"/>
                    <a:pt x="832455" y="426530"/>
                  </a:cubicBezTo>
                  <a:lnTo>
                    <a:pt x="110304" y="426530"/>
                  </a:lnTo>
                  <a:cubicBezTo>
                    <a:pt x="49385" y="426530"/>
                    <a:pt x="0" y="377145"/>
                    <a:pt x="0" y="316225"/>
                  </a:cubicBezTo>
                  <a:lnTo>
                    <a:pt x="0" y="110304"/>
                  </a:lnTo>
                  <a:cubicBezTo>
                    <a:pt x="0" y="49385"/>
                    <a:pt x="49385" y="0"/>
                    <a:pt x="110304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942759" cy="4646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028700" y="7400506"/>
            <a:ext cx="6087406" cy="1619480"/>
            <a:chOff x="0" y="0"/>
            <a:chExt cx="1603267" cy="42653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603267" cy="426530"/>
            </a:xfrm>
            <a:custGeom>
              <a:avLst/>
              <a:gdLst/>
              <a:ahLst/>
              <a:cxnLst/>
              <a:rect r="r" b="b" t="t" l="l"/>
              <a:pathLst>
                <a:path h="426530" w="1603267">
                  <a:moveTo>
                    <a:pt x="64861" y="0"/>
                  </a:moveTo>
                  <a:lnTo>
                    <a:pt x="1538406" y="0"/>
                  </a:lnTo>
                  <a:cubicBezTo>
                    <a:pt x="1574228" y="0"/>
                    <a:pt x="1603267" y="29039"/>
                    <a:pt x="1603267" y="64861"/>
                  </a:cubicBezTo>
                  <a:lnTo>
                    <a:pt x="1603267" y="361668"/>
                  </a:lnTo>
                  <a:cubicBezTo>
                    <a:pt x="1603267" y="397490"/>
                    <a:pt x="1574228" y="426530"/>
                    <a:pt x="1538406" y="426530"/>
                  </a:cubicBezTo>
                  <a:lnTo>
                    <a:pt x="64861" y="426530"/>
                  </a:lnTo>
                  <a:cubicBezTo>
                    <a:pt x="47659" y="426530"/>
                    <a:pt x="31161" y="419696"/>
                    <a:pt x="18997" y="407532"/>
                  </a:cubicBezTo>
                  <a:cubicBezTo>
                    <a:pt x="6834" y="395368"/>
                    <a:pt x="0" y="378870"/>
                    <a:pt x="0" y="361668"/>
                  </a:cubicBezTo>
                  <a:lnTo>
                    <a:pt x="0" y="64861"/>
                  </a:lnTo>
                  <a:cubicBezTo>
                    <a:pt x="0" y="29039"/>
                    <a:pt x="29039" y="0"/>
                    <a:pt x="64861" y="0"/>
                  </a:cubicBezTo>
                  <a:close/>
                </a:path>
              </a:pathLst>
            </a:custGeom>
            <a:solidFill>
              <a:srgbClr val="3A1FB0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1603267" cy="4646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1306671" y="7400506"/>
            <a:ext cx="5952629" cy="1619480"/>
            <a:chOff x="0" y="0"/>
            <a:chExt cx="1567771" cy="42653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567771" cy="426530"/>
            </a:xfrm>
            <a:custGeom>
              <a:avLst/>
              <a:gdLst/>
              <a:ahLst/>
              <a:cxnLst/>
              <a:rect r="r" b="b" t="t" l="l"/>
              <a:pathLst>
                <a:path h="426530" w="1567771">
                  <a:moveTo>
                    <a:pt x="66330" y="0"/>
                  </a:moveTo>
                  <a:lnTo>
                    <a:pt x="1501441" y="0"/>
                  </a:lnTo>
                  <a:cubicBezTo>
                    <a:pt x="1519032" y="0"/>
                    <a:pt x="1535904" y="6988"/>
                    <a:pt x="1548343" y="19428"/>
                  </a:cubicBezTo>
                  <a:cubicBezTo>
                    <a:pt x="1560782" y="31867"/>
                    <a:pt x="1567771" y="48738"/>
                    <a:pt x="1567771" y="66330"/>
                  </a:cubicBezTo>
                  <a:lnTo>
                    <a:pt x="1567771" y="360200"/>
                  </a:lnTo>
                  <a:cubicBezTo>
                    <a:pt x="1567771" y="377791"/>
                    <a:pt x="1560782" y="394663"/>
                    <a:pt x="1548343" y="407102"/>
                  </a:cubicBezTo>
                  <a:cubicBezTo>
                    <a:pt x="1535904" y="419541"/>
                    <a:pt x="1519032" y="426530"/>
                    <a:pt x="1501441" y="426530"/>
                  </a:cubicBezTo>
                  <a:lnTo>
                    <a:pt x="66330" y="426530"/>
                  </a:lnTo>
                  <a:cubicBezTo>
                    <a:pt x="48738" y="426530"/>
                    <a:pt x="31867" y="419541"/>
                    <a:pt x="19428" y="407102"/>
                  </a:cubicBezTo>
                  <a:cubicBezTo>
                    <a:pt x="6988" y="394663"/>
                    <a:pt x="0" y="377791"/>
                    <a:pt x="0" y="360200"/>
                  </a:cubicBezTo>
                  <a:lnTo>
                    <a:pt x="0" y="66330"/>
                  </a:lnTo>
                  <a:cubicBezTo>
                    <a:pt x="0" y="48738"/>
                    <a:pt x="6988" y="31867"/>
                    <a:pt x="19428" y="19428"/>
                  </a:cubicBezTo>
                  <a:cubicBezTo>
                    <a:pt x="31867" y="6988"/>
                    <a:pt x="48738" y="0"/>
                    <a:pt x="66330" y="0"/>
                  </a:cubicBezTo>
                  <a:close/>
                </a:path>
              </a:pathLst>
            </a:custGeom>
            <a:solidFill>
              <a:srgbClr val="FF82FF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1567771" cy="4646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11571938" y="7886713"/>
            <a:ext cx="5422095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1A1A1A"/>
                </a:solidFill>
                <a:latin typeface="Anton"/>
                <a:ea typeface="Anton"/>
                <a:cs typeface="Anton"/>
                <a:sym typeface="Anton"/>
              </a:rPr>
              <a:t>Problem Statement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8641817" y="7931481"/>
            <a:ext cx="1137717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1A1A1A"/>
                </a:solidFill>
                <a:latin typeface="Anton"/>
                <a:ea typeface="Anton"/>
                <a:cs typeface="Anton"/>
                <a:sym typeface="Anton"/>
              </a:rPr>
              <a:t>Theme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518438" y="7768286"/>
            <a:ext cx="5126980" cy="760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80"/>
              </a:lnSpc>
            </a:pPr>
            <a:r>
              <a:rPr lang="en-US" sz="4200">
                <a:solidFill>
                  <a:srgbClr val="F5F5F5"/>
                </a:solidFill>
                <a:latin typeface="Horizon"/>
                <a:ea typeface="Horizon"/>
                <a:cs typeface="Horizon"/>
                <a:sym typeface="Horizon"/>
              </a:rPr>
              <a:t>Team Name</a:t>
            </a:r>
          </a:p>
        </p:txBody>
      </p:sp>
      <p:sp>
        <p:nvSpPr>
          <p:cNvPr name="Freeform 22" id="22"/>
          <p:cNvSpPr/>
          <p:nvPr/>
        </p:nvSpPr>
        <p:spPr>
          <a:xfrm flipH="false" flipV="false" rot="-3331772">
            <a:off x="12390225" y="-2713567"/>
            <a:ext cx="7979628" cy="8205273"/>
          </a:xfrm>
          <a:custGeom>
            <a:avLst/>
            <a:gdLst/>
            <a:ahLst/>
            <a:cxnLst/>
            <a:rect r="r" b="b" t="t" l="l"/>
            <a:pathLst>
              <a:path h="8205273" w="7979628">
                <a:moveTo>
                  <a:pt x="0" y="0"/>
                </a:moveTo>
                <a:lnTo>
                  <a:pt x="7979629" y="0"/>
                </a:lnTo>
                <a:lnTo>
                  <a:pt x="7979629" y="8205273"/>
                </a:lnTo>
                <a:lnTo>
                  <a:pt x="0" y="820527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23" id="23"/>
          <p:cNvSpPr txBox="true"/>
          <p:nvPr/>
        </p:nvSpPr>
        <p:spPr>
          <a:xfrm rot="0">
            <a:off x="1227795" y="3706314"/>
            <a:ext cx="15832410" cy="18733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345"/>
              </a:lnSpc>
            </a:pPr>
            <a:r>
              <a:rPr lang="en-US" b="true" sz="10246">
                <a:solidFill>
                  <a:srgbClr val="FFFFFF"/>
                </a:solidFill>
                <a:latin typeface="Horizon"/>
                <a:ea typeface="Horizon"/>
                <a:cs typeface="Horizon"/>
                <a:sym typeface="Horizon"/>
              </a:rPr>
              <a:t>Project name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6471142" y="1124057"/>
            <a:ext cx="1464351" cy="1487869"/>
            <a:chOff x="0" y="0"/>
            <a:chExt cx="1952468" cy="1983825"/>
          </a:xfrm>
        </p:grpSpPr>
        <p:grpSp>
          <p:nvGrpSpPr>
            <p:cNvPr name="Group 25" id="25"/>
            <p:cNvGrpSpPr/>
            <p:nvPr/>
          </p:nvGrpSpPr>
          <p:grpSpPr>
            <a:xfrm rot="0">
              <a:off x="0" y="0"/>
              <a:ext cx="1952468" cy="1855535"/>
              <a:chOff x="0" y="0"/>
              <a:chExt cx="1764801" cy="1677185"/>
            </a:xfrm>
          </p:grpSpPr>
          <p:sp>
            <p:nvSpPr>
              <p:cNvPr name="Freeform 26" id="26"/>
              <p:cNvSpPr/>
              <p:nvPr/>
            </p:nvSpPr>
            <p:spPr>
              <a:xfrm flipH="false" flipV="false" rot="0">
                <a:off x="0" y="0"/>
                <a:ext cx="1764801" cy="1677185"/>
              </a:xfrm>
              <a:custGeom>
                <a:avLst/>
                <a:gdLst/>
                <a:ahLst/>
                <a:cxnLst/>
                <a:rect r="r" b="b" t="t" l="l"/>
                <a:pathLst>
                  <a:path h="1677185" w="1764801">
                    <a:moveTo>
                      <a:pt x="0" y="0"/>
                    </a:moveTo>
                    <a:lnTo>
                      <a:pt x="1764801" y="0"/>
                    </a:lnTo>
                    <a:lnTo>
                      <a:pt x="1764801" y="1677185"/>
                    </a:lnTo>
                    <a:lnTo>
                      <a:pt x="0" y="1677185"/>
                    </a:lnTo>
                    <a:close/>
                  </a:path>
                </a:pathLst>
              </a:custGeom>
              <a:ln w="47625" cap="sq">
                <a:solidFill>
                  <a:srgbClr val="FFFFFF"/>
                </a:solidFill>
                <a:prstDash val="solid"/>
                <a:miter/>
              </a:ln>
            </p:spPr>
          </p:sp>
          <p:sp>
            <p:nvSpPr>
              <p:cNvPr name="TextBox 27" id="27"/>
              <p:cNvSpPr txBox="true"/>
              <p:nvPr/>
            </p:nvSpPr>
            <p:spPr>
              <a:xfrm>
                <a:off x="0" y="0"/>
                <a:ext cx="1764801" cy="1677185"/>
              </a:xfrm>
              <a:prstGeom prst="rect">
                <a:avLst/>
              </a:prstGeom>
            </p:spPr>
            <p:txBody>
              <a:bodyPr anchor="ctr" rtlCol="false" tIns="18367" lIns="18367" bIns="18367" rIns="18367"/>
              <a:lstStyle/>
              <a:p>
                <a:pPr algn="ctr">
                  <a:lnSpc>
                    <a:spcPts val="187"/>
                  </a:lnSpc>
                </a:pPr>
              </a:p>
            </p:txBody>
          </p:sp>
        </p:grpSp>
        <p:sp>
          <p:nvSpPr>
            <p:cNvPr name="TextBox 28" id="28"/>
            <p:cNvSpPr txBox="true"/>
            <p:nvPr/>
          </p:nvSpPr>
          <p:spPr>
            <a:xfrm rot="0">
              <a:off x="70987" y="217280"/>
              <a:ext cx="1757914" cy="166396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240"/>
                </a:lnSpc>
              </a:pPr>
              <a:r>
                <a:rPr lang="en-US" sz="5437" spc="554">
                  <a:solidFill>
                    <a:srgbClr val="FFFFFF"/>
                  </a:solidFill>
                  <a:latin typeface="League Gothic"/>
                  <a:ea typeface="League Gothic"/>
                  <a:cs typeface="League Gothic"/>
                  <a:sym typeface="League Gothic"/>
                </a:rPr>
                <a:t>HACK</a:t>
              </a:r>
            </a:p>
            <a:p>
              <a:pPr algn="ctr">
                <a:lnSpc>
                  <a:spcPts val="4947"/>
                </a:lnSpc>
              </a:pPr>
              <a:r>
                <a:rPr lang="en-US" sz="5437" spc="217">
                  <a:solidFill>
                    <a:srgbClr val="FFFFFF"/>
                  </a:solidFill>
                  <a:latin typeface="League Gothic"/>
                  <a:ea typeface="League Gothic"/>
                  <a:cs typeface="League Gothic"/>
                  <a:sym typeface="League Gothic"/>
                </a:rPr>
                <a:t>CRAFT</a:t>
              </a:r>
            </a:p>
          </p:txBody>
        </p:sp>
        <p:grpSp>
          <p:nvGrpSpPr>
            <p:cNvPr name="Group 29" id="29"/>
            <p:cNvGrpSpPr/>
            <p:nvPr/>
          </p:nvGrpSpPr>
          <p:grpSpPr>
            <a:xfrm rot="0">
              <a:off x="823628" y="1693850"/>
              <a:ext cx="309515" cy="289975"/>
              <a:chOff x="0" y="0"/>
              <a:chExt cx="279765" cy="262103"/>
            </a:xfrm>
          </p:grpSpPr>
          <p:sp>
            <p:nvSpPr>
              <p:cNvPr name="Freeform 30" id="30"/>
              <p:cNvSpPr/>
              <p:nvPr/>
            </p:nvSpPr>
            <p:spPr>
              <a:xfrm flipH="false" flipV="false" rot="0">
                <a:off x="0" y="0"/>
                <a:ext cx="279765" cy="262103"/>
              </a:xfrm>
              <a:custGeom>
                <a:avLst/>
                <a:gdLst/>
                <a:ahLst/>
                <a:cxnLst/>
                <a:rect r="r" b="b" t="t" l="l"/>
                <a:pathLst>
                  <a:path h="262103" w="279765">
                    <a:moveTo>
                      <a:pt x="0" y="0"/>
                    </a:moveTo>
                    <a:lnTo>
                      <a:pt x="279765" y="0"/>
                    </a:lnTo>
                    <a:lnTo>
                      <a:pt x="279765" y="262103"/>
                    </a:lnTo>
                    <a:lnTo>
                      <a:pt x="0" y="262103"/>
                    </a:lnTo>
                    <a:close/>
                  </a:path>
                </a:pathLst>
              </a:custGeom>
              <a:solidFill>
                <a:srgbClr val="000C22"/>
              </a:solidFill>
              <a:ln w="47625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name="TextBox 31" id="31"/>
              <p:cNvSpPr txBox="true"/>
              <p:nvPr/>
            </p:nvSpPr>
            <p:spPr>
              <a:xfrm>
                <a:off x="0" y="0"/>
                <a:ext cx="279765" cy="262103"/>
              </a:xfrm>
              <a:prstGeom prst="rect">
                <a:avLst/>
              </a:prstGeom>
            </p:spPr>
            <p:txBody>
              <a:bodyPr anchor="ctr" rtlCol="false" tIns="18367" lIns="18367" bIns="18367" rIns="18367"/>
              <a:lstStyle/>
              <a:p>
                <a:pPr algn="ctr">
                  <a:lnSpc>
                    <a:spcPts val="187"/>
                  </a:lnSpc>
                </a:pPr>
              </a:p>
            </p:txBody>
          </p:sp>
        </p:grpSp>
        <p:sp>
          <p:nvSpPr>
            <p:cNvPr name="TextBox 32" id="32"/>
            <p:cNvSpPr txBox="true"/>
            <p:nvPr/>
          </p:nvSpPr>
          <p:spPr>
            <a:xfrm rot="0">
              <a:off x="876159" y="1698669"/>
              <a:ext cx="200151" cy="28515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784"/>
                </a:lnSpc>
              </a:pPr>
              <a:r>
                <a:rPr lang="en-US" sz="1274">
                  <a:solidFill>
                    <a:srgbClr val="FFFFFF"/>
                  </a:solidFill>
                  <a:latin typeface="League Gothic"/>
                  <a:ea typeface="League Gothic"/>
                  <a:cs typeface="League Gothic"/>
                  <a:sym typeface="League Gothic"/>
                </a:rPr>
                <a:t>3.0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C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541431" y="466381"/>
            <a:ext cx="15206216" cy="14964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492"/>
              </a:lnSpc>
            </a:pPr>
            <a:r>
              <a:rPr lang="en-US" sz="8209">
                <a:solidFill>
                  <a:srgbClr val="FFFFFF"/>
                </a:solidFill>
                <a:latin typeface="Horizon"/>
                <a:ea typeface="Horizon"/>
                <a:cs typeface="Horizon"/>
                <a:sym typeface="Horizon"/>
              </a:rPr>
              <a:t>Problems Raised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8287648">
            <a:off x="-586561" y="7070133"/>
            <a:ext cx="4255984" cy="4376333"/>
          </a:xfrm>
          <a:custGeom>
            <a:avLst/>
            <a:gdLst/>
            <a:ahLst/>
            <a:cxnLst/>
            <a:rect r="r" b="b" t="t" l="l"/>
            <a:pathLst>
              <a:path h="4376333" w="4255984">
                <a:moveTo>
                  <a:pt x="0" y="0"/>
                </a:moveTo>
                <a:lnTo>
                  <a:pt x="4255984" y="0"/>
                </a:lnTo>
                <a:lnTo>
                  <a:pt x="4255984" y="4376334"/>
                </a:lnTo>
                <a:lnTo>
                  <a:pt x="0" y="437633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029779" y="3244481"/>
            <a:ext cx="5066791" cy="5579876"/>
            <a:chOff x="0" y="0"/>
            <a:chExt cx="1334464" cy="146959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334464" cy="1469597"/>
            </a:xfrm>
            <a:custGeom>
              <a:avLst/>
              <a:gdLst/>
              <a:ahLst/>
              <a:cxnLst/>
              <a:rect r="r" b="b" t="t" l="l"/>
              <a:pathLst>
                <a:path h="1469597" w="1334464">
                  <a:moveTo>
                    <a:pt x="77927" y="0"/>
                  </a:moveTo>
                  <a:lnTo>
                    <a:pt x="1256537" y="0"/>
                  </a:lnTo>
                  <a:cubicBezTo>
                    <a:pt x="1277204" y="0"/>
                    <a:pt x="1297025" y="8210"/>
                    <a:pt x="1311639" y="22824"/>
                  </a:cubicBezTo>
                  <a:cubicBezTo>
                    <a:pt x="1326254" y="37438"/>
                    <a:pt x="1334464" y="57259"/>
                    <a:pt x="1334464" y="77927"/>
                  </a:cubicBezTo>
                  <a:lnTo>
                    <a:pt x="1334464" y="1391670"/>
                  </a:lnTo>
                  <a:cubicBezTo>
                    <a:pt x="1334464" y="1434708"/>
                    <a:pt x="1299575" y="1469597"/>
                    <a:pt x="1256537" y="1469597"/>
                  </a:cubicBezTo>
                  <a:lnTo>
                    <a:pt x="77927" y="1469597"/>
                  </a:lnTo>
                  <a:cubicBezTo>
                    <a:pt x="57259" y="1469597"/>
                    <a:pt x="37438" y="1461387"/>
                    <a:pt x="22824" y="1446773"/>
                  </a:cubicBezTo>
                  <a:cubicBezTo>
                    <a:pt x="8210" y="1432159"/>
                    <a:pt x="0" y="1412338"/>
                    <a:pt x="0" y="1391670"/>
                  </a:cubicBezTo>
                  <a:lnTo>
                    <a:pt x="0" y="77927"/>
                  </a:lnTo>
                  <a:cubicBezTo>
                    <a:pt x="0" y="57259"/>
                    <a:pt x="8210" y="37438"/>
                    <a:pt x="22824" y="22824"/>
                  </a:cubicBezTo>
                  <a:cubicBezTo>
                    <a:pt x="37438" y="8210"/>
                    <a:pt x="57259" y="0"/>
                    <a:pt x="77927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1334464" cy="150769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6611301" y="3244481"/>
            <a:ext cx="5066791" cy="5579876"/>
            <a:chOff x="0" y="0"/>
            <a:chExt cx="1334464" cy="146959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334464" cy="1469597"/>
            </a:xfrm>
            <a:custGeom>
              <a:avLst/>
              <a:gdLst/>
              <a:ahLst/>
              <a:cxnLst/>
              <a:rect r="r" b="b" t="t" l="l"/>
              <a:pathLst>
                <a:path h="1469597" w="1334464">
                  <a:moveTo>
                    <a:pt x="77927" y="0"/>
                  </a:moveTo>
                  <a:lnTo>
                    <a:pt x="1256537" y="0"/>
                  </a:lnTo>
                  <a:cubicBezTo>
                    <a:pt x="1277204" y="0"/>
                    <a:pt x="1297025" y="8210"/>
                    <a:pt x="1311639" y="22824"/>
                  </a:cubicBezTo>
                  <a:cubicBezTo>
                    <a:pt x="1326254" y="37438"/>
                    <a:pt x="1334464" y="57259"/>
                    <a:pt x="1334464" y="77927"/>
                  </a:cubicBezTo>
                  <a:lnTo>
                    <a:pt x="1334464" y="1391670"/>
                  </a:lnTo>
                  <a:cubicBezTo>
                    <a:pt x="1334464" y="1434708"/>
                    <a:pt x="1299575" y="1469597"/>
                    <a:pt x="1256537" y="1469597"/>
                  </a:cubicBezTo>
                  <a:lnTo>
                    <a:pt x="77927" y="1469597"/>
                  </a:lnTo>
                  <a:cubicBezTo>
                    <a:pt x="57259" y="1469597"/>
                    <a:pt x="37438" y="1461387"/>
                    <a:pt x="22824" y="1446773"/>
                  </a:cubicBezTo>
                  <a:cubicBezTo>
                    <a:pt x="8210" y="1432159"/>
                    <a:pt x="0" y="1412338"/>
                    <a:pt x="0" y="1391670"/>
                  </a:cubicBezTo>
                  <a:lnTo>
                    <a:pt x="0" y="77927"/>
                  </a:lnTo>
                  <a:cubicBezTo>
                    <a:pt x="0" y="57259"/>
                    <a:pt x="8210" y="37438"/>
                    <a:pt x="22824" y="22824"/>
                  </a:cubicBezTo>
                  <a:cubicBezTo>
                    <a:pt x="37438" y="8210"/>
                    <a:pt x="57259" y="0"/>
                    <a:pt x="77927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1334464" cy="150769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true" flipV="false" rot="-7625630">
            <a:off x="14467700" y="7037495"/>
            <a:ext cx="4255984" cy="4376333"/>
          </a:xfrm>
          <a:custGeom>
            <a:avLst/>
            <a:gdLst/>
            <a:ahLst/>
            <a:cxnLst/>
            <a:rect r="r" b="b" t="t" l="l"/>
            <a:pathLst>
              <a:path h="4376333" w="4255984">
                <a:moveTo>
                  <a:pt x="4255984" y="0"/>
                </a:moveTo>
                <a:lnTo>
                  <a:pt x="0" y="0"/>
                </a:lnTo>
                <a:lnTo>
                  <a:pt x="0" y="4376333"/>
                </a:lnTo>
                <a:lnTo>
                  <a:pt x="4255984" y="4376333"/>
                </a:lnTo>
                <a:lnTo>
                  <a:pt x="4255984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12192509" y="3244481"/>
            <a:ext cx="5066791" cy="5579876"/>
            <a:chOff x="0" y="0"/>
            <a:chExt cx="1334464" cy="1469597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334464" cy="1469597"/>
            </a:xfrm>
            <a:custGeom>
              <a:avLst/>
              <a:gdLst/>
              <a:ahLst/>
              <a:cxnLst/>
              <a:rect r="r" b="b" t="t" l="l"/>
              <a:pathLst>
                <a:path h="1469597" w="1334464">
                  <a:moveTo>
                    <a:pt x="77927" y="0"/>
                  </a:moveTo>
                  <a:lnTo>
                    <a:pt x="1256537" y="0"/>
                  </a:lnTo>
                  <a:cubicBezTo>
                    <a:pt x="1277204" y="0"/>
                    <a:pt x="1297025" y="8210"/>
                    <a:pt x="1311639" y="22824"/>
                  </a:cubicBezTo>
                  <a:cubicBezTo>
                    <a:pt x="1326254" y="37438"/>
                    <a:pt x="1334464" y="57259"/>
                    <a:pt x="1334464" y="77927"/>
                  </a:cubicBezTo>
                  <a:lnTo>
                    <a:pt x="1334464" y="1391670"/>
                  </a:lnTo>
                  <a:cubicBezTo>
                    <a:pt x="1334464" y="1434708"/>
                    <a:pt x="1299575" y="1469597"/>
                    <a:pt x="1256537" y="1469597"/>
                  </a:cubicBezTo>
                  <a:lnTo>
                    <a:pt x="77927" y="1469597"/>
                  </a:lnTo>
                  <a:cubicBezTo>
                    <a:pt x="57259" y="1469597"/>
                    <a:pt x="37438" y="1461387"/>
                    <a:pt x="22824" y="1446773"/>
                  </a:cubicBezTo>
                  <a:cubicBezTo>
                    <a:pt x="8210" y="1432159"/>
                    <a:pt x="0" y="1412338"/>
                    <a:pt x="0" y="1391670"/>
                  </a:cubicBezTo>
                  <a:lnTo>
                    <a:pt x="0" y="77927"/>
                  </a:lnTo>
                  <a:cubicBezTo>
                    <a:pt x="0" y="57259"/>
                    <a:pt x="8210" y="37438"/>
                    <a:pt x="22824" y="22824"/>
                  </a:cubicBezTo>
                  <a:cubicBezTo>
                    <a:pt x="37438" y="8210"/>
                    <a:pt x="57259" y="0"/>
                    <a:pt x="77927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1334464" cy="150769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3782682" y="2303109"/>
            <a:ext cx="1887522" cy="1882744"/>
            <a:chOff x="0" y="0"/>
            <a:chExt cx="406400" cy="405371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406400" cy="405371"/>
            </a:xfrm>
            <a:custGeom>
              <a:avLst/>
              <a:gdLst/>
              <a:ahLst/>
              <a:cxnLst/>
              <a:rect r="r" b="b" t="t" l="l"/>
              <a:pathLst>
                <a:path h="405371" w="406400">
                  <a:moveTo>
                    <a:pt x="202686" y="0"/>
                  </a:moveTo>
                  <a:lnTo>
                    <a:pt x="203714" y="0"/>
                  </a:lnTo>
                  <a:cubicBezTo>
                    <a:pt x="257470" y="0"/>
                    <a:pt x="309024" y="21354"/>
                    <a:pt x="347035" y="59365"/>
                  </a:cubicBezTo>
                  <a:cubicBezTo>
                    <a:pt x="385046" y="97376"/>
                    <a:pt x="406400" y="148930"/>
                    <a:pt x="406400" y="202686"/>
                  </a:cubicBezTo>
                  <a:lnTo>
                    <a:pt x="406400" y="202686"/>
                  </a:lnTo>
                  <a:cubicBezTo>
                    <a:pt x="406400" y="314626"/>
                    <a:pt x="315655" y="405371"/>
                    <a:pt x="203714" y="405371"/>
                  </a:cubicBezTo>
                  <a:lnTo>
                    <a:pt x="202686" y="405371"/>
                  </a:lnTo>
                  <a:cubicBezTo>
                    <a:pt x="148930" y="405371"/>
                    <a:pt x="97376" y="384017"/>
                    <a:pt x="59365" y="346006"/>
                  </a:cubicBezTo>
                  <a:cubicBezTo>
                    <a:pt x="21354" y="307995"/>
                    <a:pt x="0" y="256441"/>
                    <a:pt x="0" y="202686"/>
                  </a:cubicBezTo>
                  <a:lnTo>
                    <a:pt x="0" y="202686"/>
                  </a:lnTo>
                  <a:cubicBezTo>
                    <a:pt x="0" y="148930"/>
                    <a:pt x="21354" y="97376"/>
                    <a:pt x="59365" y="59365"/>
                  </a:cubicBezTo>
                  <a:cubicBezTo>
                    <a:pt x="97376" y="21354"/>
                    <a:pt x="148930" y="0"/>
                    <a:pt x="202686" y="0"/>
                  </a:cubicBezTo>
                  <a:close/>
                </a:path>
              </a:pathLst>
            </a:custGeom>
            <a:solidFill>
              <a:srgbClr val="FF82FF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406400" cy="44347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8201857" y="2303109"/>
            <a:ext cx="1887522" cy="1882744"/>
            <a:chOff x="0" y="0"/>
            <a:chExt cx="406400" cy="405371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406400" cy="405371"/>
            </a:xfrm>
            <a:custGeom>
              <a:avLst/>
              <a:gdLst/>
              <a:ahLst/>
              <a:cxnLst/>
              <a:rect r="r" b="b" t="t" l="l"/>
              <a:pathLst>
                <a:path h="405371" w="406400">
                  <a:moveTo>
                    <a:pt x="202686" y="0"/>
                  </a:moveTo>
                  <a:lnTo>
                    <a:pt x="203714" y="0"/>
                  </a:lnTo>
                  <a:cubicBezTo>
                    <a:pt x="257470" y="0"/>
                    <a:pt x="309024" y="21354"/>
                    <a:pt x="347035" y="59365"/>
                  </a:cubicBezTo>
                  <a:cubicBezTo>
                    <a:pt x="385046" y="97376"/>
                    <a:pt x="406400" y="148930"/>
                    <a:pt x="406400" y="202686"/>
                  </a:cubicBezTo>
                  <a:lnTo>
                    <a:pt x="406400" y="202686"/>
                  </a:lnTo>
                  <a:cubicBezTo>
                    <a:pt x="406400" y="314626"/>
                    <a:pt x="315655" y="405371"/>
                    <a:pt x="203714" y="405371"/>
                  </a:cubicBezTo>
                  <a:lnTo>
                    <a:pt x="202686" y="405371"/>
                  </a:lnTo>
                  <a:cubicBezTo>
                    <a:pt x="148930" y="405371"/>
                    <a:pt x="97376" y="384017"/>
                    <a:pt x="59365" y="346006"/>
                  </a:cubicBezTo>
                  <a:cubicBezTo>
                    <a:pt x="21354" y="307995"/>
                    <a:pt x="0" y="256441"/>
                    <a:pt x="0" y="202686"/>
                  </a:cubicBezTo>
                  <a:lnTo>
                    <a:pt x="0" y="202686"/>
                  </a:lnTo>
                  <a:cubicBezTo>
                    <a:pt x="0" y="148930"/>
                    <a:pt x="21354" y="97376"/>
                    <a:pt x="59365" y="59365"/>
                  </a:cubicBezTo>
                  <a:cubicBezTo>
                    <a:pt x="97376" y="21354"/>
                    <a:pt x="148930" y="0"/>
                    <a:pt x="202686" y="0"/>
                  </a:cubicBezTo>
                  <a:close/>
                </a:path>
              </a:pathLst>
            </a:custGeom>
            <a:solidFill>
              <a:srgbClr val="FF82FF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406400" cy="44347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2619952" y="2303109"/>
            <a:ext cx="1887522" cy="1882744"/>
            <a:chOff x="0" y="0"/>
            <a:chExt cx="406400" cy="405371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406400" cy="405371"/>
            </a:xfrm>
            <a:custGeom>
              <a:avLst/>
              <a:gdLst/>
              <a:ahLst/>
              <a:cxnLst/>
              <a:rect r="r" b="b" t="t" l="l"/>
              <a:pathLst>
                <a:path h="405371" w="406400">
                  <a:moveTo>
                    <a:pt x="202686" y="0"/>
                  </a:moveTo>
                  <a:lnTo>
                    <a:pt x="203714" y="0"/>
                  </a:lnTo>
                  <a:cubicBezTo>
                    <a:pt x="257470" y="0"/>
                    <a:pt x="309024" y="21354"/>
                    <a:pt x="347035" y="59365"/>
                  </a:cubicBezTo>
                  <a:cubicBezTo>
                    <a:pt x="385046" y="97376"/>
                    <a:pt x="406400" y="148930"/>
                    <a:pt x="406400" y="202686"/>
                  </a:cubicBezTo>
                  <a:lnTo>
                    <a:pt x="406400" y="202686"/>
                  </a:lnTo>
                  <a:cubicBezTo>
                    <a:pt x="406400" y="314626"/>
                    <a:pt x="315655" y="405371"/>
                    <a:pt x="203714" y="405371"/>
                  </a:cubicBezTo>
                  <a:lnTo>
                    <a:pt x="202686" y="405371"/>
                  </a:lnTo>
                  <a:cubicBezTo>
                    <a:pt x="148930" y="405371"/>
                    <a:pt x="97376" y="384017"/>
                    <a:pt x="59365" y="346006"/>
                  </a:cubicBezTo>
                  <a:cubicBezTo>
                    <a:pt x="21354" y="307995"/>
                    <a:pt x="0" y="256441"/>
                    <a:pt x="0" y="202686"/>
                  </a:cubicBezTo>
                  <a:lnTo>
                    <a:pt x="0" y="202686"/>
                  </a:lnTo>
                  <a:cubicBezTo>
                    <a:pt x="0" y="148930"/>
                    <a:pt x="21354" y="97376"/>
                    <a:pt x="59365" y="59365"/>
                  </a:cubicBezTo>
                  <a:cubicBezTo>
                    <a:pt x="97376" y="21354"/>
                    <a:pt x="148930" y="0"/>
                    <a:pt x="202686" y="0"/>
                  </a:cubicBezTo>
                  <a:close/>
                </a:path>
              </a:pathLst>
            </a:custGeom>
            <a:solidFill>
              <a:srgbClr val="FF82FF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406400" cy="44347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1335591" y="4362961"/>
            <a:ext cx="4456560" cy="542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960"/>
              </a:lnSpc>
            </a:pPr>
            <a:r>
              <a:rPr lang="en-US" sz="3300">
                <a:solidFill>
                  <a:srgbClr val="1A1A1A"/>
                </a:solidFill>
                <a:latin typeface="Horizon"/>
                <a:ea typeface="Horizon"/>
                <a:cs typeface="Horizon"/>
                <a:sym typeface="Horizon"/>
              </a:rPr>
              <a:t>Problem 1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335591" y="5597345"/>
            <a:ext cx="4456560" cy="1682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359"/>
              </a:lnSpc>
            </a:pPr>
            <a:r>
              <a:rPr lang="en-US" sz="2400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Provid</a:t>
            </a:r>
            <a:r>
              <a:rPr lang="en-US" sz="2400" u="none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e a compelling summary of the core problem along with a brief explanation.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3272429" y="2372426"/>
            <a:ext cx="582885" cy="14964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492"/>
              </a:lnSpc>
            </a:pPr>
            <a:r>
              <a:rPr lang="en-US" sz="8209">
                <a:solidFill>
                  <a:srgbClr val="000000"/>
                </a:solidFill>
                <a:latin typeface="Horizon"/>
                <a:ea typeface="Horizon"/>
                <a:cs typeface="Horizon"/>
                <a:sym typeface="Horizon"/>
              </a:rPr>
              <a:t>1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8660643" y="2372426"/>
            <a:ext cx="966713" cy="14964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492"/>
              </a:lnSpc>
            </a:pPr>
            <a:r>
              <a:rPr lang="en-US" sz="8209">
                <a:solidFill>
                  <a:srgbClr val="000000"/>
                </a:solidFill>
                <a:latin typeface="Horizon"/>
                <a:ea typeface="Horizon"/>
                <a:cs typeface="Horizon"/>
                <a:sym typeface="Horizon"/>
              </a:rPr>
              <a:t>2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4266124" y="2314659"/>
            <a:ext cx="961653" cy="14964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492"/>
              </a:lnSpc>
            </a:pPr>
            <a:r>
              <a:rPr lang="en-US" sz="8209">
                <a:solidFill>
                  <a:srgbClr val="000000"/>
                </a:solidFill>
                <a:latin typeface="Horizon"/>
                <a:ea typeface="Horizon"/>
                <a:cs typeface="Horizon"/>
                <a:sym typeface="Horizon"/>
              </a:rPr>
              <a:t>3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2497624" y="4362961"/>
            <a:ext cx="4456560" cy="542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960"/>
              </a:lnSpc>
            </a:pPr>
            <a:r>
              <a:rPr lang="en-US" sz="3300">
                <a:solidFill>
                  <a:srgbClr val="1A1A1A"/>
                </a:solidFill>
                <a:latin typeface="Horizon"/>
                <a:ea typeface="Horizon"/>
                <a:cs typeface="Horizon"/>
                <a:sym typeface="Horizon"/>
              </a:rPr>
              <a:t>Problem 3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6915720" y="4362961"/>
            <a:ext cx="4456560" cy="542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960"/>
              </a:lnSpc>
            </a:pPr>
            <a:r>
              <a:rPr lang="en-US" sz="3300">
                <a:solidFill>
                  <a:srgbClr val="1A1A1A"/>
                </a:solidFill>
                <a:latin typeface="Horizon"/>
                <a:ea typeface="Horizon"/>
                <a:cs typeface="Horizon"/>
                <a:sym typeface="Horizon"/>
              </a:rPr>
              <a:t>Problem 2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2518670" y="5597345"/>
            <a:ext cx="4456560" cy="2101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400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Position th</a:t>
            </a:r>
            <a:r>
              <a:rPr lang="en-US" sz="2400" u="none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e problems strategically and convincingly to prepare the audience for the rest of your presentation.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6917338" y="5597345"/>
            <a:ext cx="4456560" cy="1682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359"/>
              </a:lnSpc>
            </a:pPr>
            <a:r>
              <a:rPr lang="en-US" sz="2400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Div</a:t>
            </a:r>
            <a:r>
              <a:rPr lang="en-US" sz="2400" u="none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e deeper into the adverse effects this has on individuals and their everyday experiences.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C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699862">
            <a:off x="14485879" y="-138995"/>
            <a:ext cx="9476806" cy="9744788"/>
          </a:xfrm>
          <a:custGeom>
            <a:avLst/>
            <a:gdLst/>
            <a:ahLst/>
            <a:cxnLst/>
            <a:rect r="r" b="b" t="t" l="l"/>
            <a:pathLst>
              <a:path h="9744788" w="9476806">
                <a:moveTo>
                  <a:pt x="0" y="0"/>
                </a:moveTo>
                <a:lnTo>
                  <a:pt x="9476807" y="0"/>
                </a:lnTo>
                <a:lnTo>
                  <a:pt x="9476807" y="9744788"/>
                </a:lnTo>
                <a:lnTo>
                  <a:pt x="0" y="974478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618949" y="1028700"/>
            <a:ext cx="17050102" cy="1924674"/>
            <a:chOff x="0" y="0"/>
            <a:chExt cx="4680249" cy="52832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680249" cy="528322"/>
            </a:xfrm>
            <a:custGeom>
              <a:avLst/>
              <a:gdLst/>
              <a:ahLst/>
              <a:cxnLst/>
              <a:rect r="r" b="b" t="t" l="l"/>
              <a:pathLst>
                <a:path h="528322" w="4680249">
                  <a:moveTo>
                    <a:pt x="23158" y="0"/>
                  </a:moveTo>
                  <a:lnTo>
                    <a:pt x="4657091" y="0"/>
                  </a:lnTo>
                  <a:cubicBezTo>
                    <a:pt x="4669881" y="0"/>
                    <a:pt x="4680249" y="10368"/>
                    <a:pt x="4680249" y="23158"/>
                  </a:cubicBezTo>
                  <a:lnTo>
                    <a:pt x="4680249" y="505165"/>
                  </a:lnTo>
                  <a:cubicBezTo>
                    <a:pt x="4680249" y="517955"/>
                    <a:pt x="4669881" y="528322"/>
                    <a:pt x="4657091" y="528322"/>
                  </a:cubicBezTo>
                  <a:lnTo>
                    <a:pt x="23158" y="528322"/>
                  </a:lnTo>
                  <a:cubicBezTo>
                    <a:pt x="10368" y="528322"/>
                    <a:pt x="0" y="517955"/>
                    <a:pt x="0" y="505165"/>
                  </a:cubicBezTo>
                  <a:lnTo>
                    <a:pt x="0" y="23158"/>
                  </a:lnTo>
                  <a:cubicBezTo>
                    <a:pt x="0" y="10368"/>
                    <a:pt x="10368" y="0"/>
                    <a:pt x="23158" y="0"/>
                  </a:cubicBezTo>
                  <a:close/>
                </a:path>
              </a:pathLst>
            </a:custGeom>
            <a:solidFill>
              <a:srgbClr val="3A1FB0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680249" cy="5664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618949" y="1306825"/>
            <a:ext cx="17050102" cy="14446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9999"/>
              </a:lnSpc>
            </a:pPr>
            <a:r>
              <a:rPr lang="en-US" sz="9999">
                <a:solidFill>
                  <a:srgbClr val="FFFFFF"/>
                </a:solidFill>
                <a:latin typeface="Horizon"/>
                <a:ea typeface="Horizon"/>
                <a:cs typeface="Horizon"/>
                <a:sym typeface="Horizon"/>
              </a:rPr>
              <a:t>Key Features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9717276">
            <a:off x="-6335055" y="2726435"/>
            <a:ext cx="11003310" cy="11314457"/>
          </a:xfrm>
          <a:custGeom>
            <a:avLst/>
            <a:gdLst/>
            <a:ahLst/>
            <a:cxnLst/>
            <a:rect r="r" b="b" t="t" l="l"/>
            <a:pathLst>
              <a:path h="11314457" w="11003310">
                <a:moveTo>
                  <a:pt x="0" y="0"/>
                </a:moveTo>
                <a:lnTo>
                  <a:pt x="11003310" y="0"/>
                </a:lnTo>
                <a:lnTo>
                  <a:pt x="11003310" y="11314457"/>
                </a:lnTo>
                <a:lnTo>
                  <a:pt x="0" y="1131445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9326969" y="3926329"/>
            <a:ext cx="3900196" cy="5331971"/>
            <a:chOff x="0" y="0"/>
            <a:chExt cx="1000062" cy="136718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00062" cy="1367188"/>
            </a:xfrm>
            <a:custGeom>
              <a:avLst/>
              <a:gdLst/>
              <a:ahLst/>
              <a:cxnLst/>
              <a:rect r="r" b="b" t="t" l="l"/>
              <a:pathLst>
                <a:path h="1367188" w="1000062">
                  <a:moveTo>
                    <a:pt x="101235" y="0"/>
                  </a:moveTo>
                  <a:lnTo>
                    <a:pt x="898827" y="0"/>
                  </a:lnTo>
                  <a:cubicBezTo>
                    <a:pt x="954737" y="0"/>
                    <a:pt x="1000062" y="45325"/>
                    <a:pt x="1000062" y="101235"/>
                  </a:cubicBezTo>
                  <a:lnTo>
                    <a:pt x="1000062" y="1265953"/>
                  </a:lnTo>
                  <a:cubicBezTo>
                    <a:pt x="1000062" y="1321863"/>
                    <a:pt x="954737" y="1367188"/>
                    <a:pt x="898827" y="1367188"/>
                  </a:cubicBezTo>
                  <a:lnTo>
                    <a:pt x="101235" y="1367188"/>
                  </a:lnTo>
                  <a:cubicBezTo>
                    <a:pt x="45325" y="1367188"/>
                    <a:pt x="0" y="1321863"/>
                    <a:pt x="0" y="1265953"/>
                  </a:cubicBezTo>
                  <a:lnTo>
                    <a:pt x="0" y="101235"/>
                  </a:lnTo>
                  <a:cubicBezTo>
                    <a:pt x="0" y="45325"/>
                    <a:pt x="45325" y="0"/>
                    <a:pt x="101235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1000062" cy="1405288"/>
            </a:xfrm>
            <a:prstGeom prst="rect">
              <a:avLst/>
            </a:prstGeom>
          </p:spPr>
          <p:txBody>
            <a:bodyPr anchor="ctr" rtlCol="false" tIns="54383" lIns="54383" bIns="54383" rIns="54383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5063758" y="3926329"/>
            <a:ext cx="3900196" cy="5331971"/>
            <a:chOff x="0" y="0"/>
            <a:chExt cx="1000062" cy="136718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000062" cy="1367188"/>
            </a:xfrm>
            <a:custGeom>
              <a:avLst/>
              <a:gdLst/>
              <a:ahLst/>
              <a:cxnLst/>
              <a:rect r="r" b="b" t="t" l="l"/>
              <a:pathLst>
                <a:path h="1367188" w="1000062">
                  <a:moveTo>
                    <a:pt x="101235" y="0"/>
                  </a:moveTo>
                  <a:lnTo>
                    <a:pt x="898827" y="0"/>
                  </a:lnTo>
                  <a:cubicBezTo>
                    <a:pt x="954737" y="0"/>
                    <a:pt x="1000062" y="45325"/>
                    <a:pt x="1000062" y="101235"/>
                  </a:cubicBezTo>
                  <a:lnTo>
                    <a:pt x="1000062" y="1265953"/>
                  </a:lnTo>
                  <a:cubicBezTo>
                    <a:pt x="1000062" y="1321863"/>
                    <a:pt x="954737" y="1367188"/>
                    <a:pt x="898827" y="1367188"/>
                  </a:cubicBezTo>
                  <a:lnTo>
                    <a:pt x="101235" y="1367188"/>
                  </a:lnTo>
                  <a:cubicBezTo>
                    <a:pt x="45325" y="1367188"/>
                    <a:pt x="0" y="1321863"/>
                    <a:pt x="0" y="1265953"/>
                  </a:cubicBezTo>
                  <a:lnTo>
                    <a:pt x="0" y="101235"/>
                  </a:lnTo>
                  <a:cubicBezTo>
                    <a:pt x="0" y="45325"/>
                    <a:pt x="45325" y="0"/>
                    <a:pt x="101235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1000062" cy="1405288"/>
            </a:xfrm>
            <a:prstGeom prst="rect">
              <a:avLst/>
            </a:prstGeom>
          </p:spPr>
          <p:txBody>
            <a:bodyPr anchor="ctr" rtlCol="false" tIns="54383" lIns="54383" bIns="54383" rIns="54383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5207727" y="4156209"/>
            <a:ext cx="3604891" cy="5771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110"/>
              </a:lnSpc>
            </a:pPr>
            <a:r>
              <a:rPr lang="en-US" sz="3425">
                <a:solidFill>
                  <a:srgbClr val="1A1A1A"/>
                </a:solidFill>
                <a:latin typeface="Horizon"/>
                <a:ea typeface="Horizon"/>
                <a:cs typeface="Horizon"/>
                <a:sym typeface="Horizon"/>
              </a:rPr>
              <a:t>feature 2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474621" y="4156209"/>
            <a:ext cx="3604891" cy="5771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110"/>
              </a:lnSpc>
            </a:pPr>
            <a:r>
              <a:rPr lang="en-US" sz="3425">
                <a:solidFill>
                  <a:srgbClr val="1A1A1A"/>
                </a:solidFill>
                <a:latin typeface="Horizon"/>
                <a:ea typeface="Horizon"/>
                <a:cs typeface="Horizon"/>
                <a:sym typeface="Horizon"/>
              </a:rPr>
              <a:t>feature 3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13591329" y="3926329"/>
            <a:ext cx="3900196" cy="5331971"/>
            <a:chOff x="0" y="0"/>
            <a:chExt cx="1000062" cy="1367188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000062" cy="1367188"/>
            </a:xfrm>
            <a:custGeom>
              <a:avLst/>
              <a:gdLst/>
              <a:ahLst/>
              <a:cxnLst/>
              <a:rect r="r" b="b" t="t" l="l"/>
              <a:pathLst>
                <a:path h="1367188" w="1000062">
                  <a:moveTo>
                    <a:pt x="101235" y="0"/>
                  </a:moveTo>
                  <a:lnTo>
                    <a:pt x="898827" y="0"/>
                  </a:lnTo>
                  <a:cubicBezTo>
                    <a:pt x="954737" y="0"/>
                    <a:pt x="1000062" y="45325"/>
                    <a:pt x="1000062" y="101235"/>
                  </a:cubicBezTo>
                  <a:lnTo>
                    <a:pt x="1000062" y="1265953"/>
                  </a:lnTo>
                  <a:cubicBezTo>
                    <a:pt x="1000062" y="1321863"/>
                    <a:pt x="954737" y="1367188"/>
                    <a:pt x="898827" y="1367188"/>
                  </a:cubicBezTo>
                  <a:lnTo>
                    <a:pt x="101235" y="1367188"/>
                  </a:lnTo>
                  <a:cubicBezTo>
                    <a:pt x="45325" y="1367188"/>
                    <a:pt x="0" y="1321863"/>
                    <a:pt x="0" y="1265953"/>
                  </a:cubicBezTo>
                  <a:lnTo>
                    <a:pt x="0" y="101235"/>
                  </a:lnTo>
                  <a:cubicBezTo>
                    <a:pt x="0" y="45325"/>
                    <a:pt x="45325" y="0"/>
                    <a:pt x="101235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1000062" cy="1405288"/>
            </a:xfrm>
            <a:prstGeom prst="rect">
              <a:avLst/>
            </a:prstGeom>
          </p:spPr>
          <p:txBody>
            <a:bodyPr anchor="ctr" rtlCol="false" tIns="54383" lIns="54383" bIns="54383" rIns="54383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13738982" y="4156209"/>
            <a:ext cx="3604891" cy="5771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110"/>
              </a:lnSpc>
            </a:pPr>
            <a:r>
              <a:rPr lang="en-US" sz="3425">
                <a:solidFill>
                  <a:srgbClr val="1A1A1A"/>
                </a:solidFill>
                <a:latin typeface="Horizon"/>
                <a:ea typeface="Horizon"/>
                <a:cs typeface="Horizon"/>
                <a:sym typeface="Horizon"/>
              </a:rPr>
              <a:t>feature 4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796474" y="3926329"/>
            <a:ext cx="3900196" cy="5331971"/>
            <a:chOff x="0" y="0"/>
            <a:chExt cx="1000062" cy="1367188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000062" cy="1367188"/>
            </a:xfrm>
            <a:custGeom>
              <a:avLst/>
              <a:gdLst/>
              <a:ahLst/>
              <a:cxnLst/>
              <a:rect r="r" b="b" t="t" l="l"/>
              <a:pathLst>
                <a:path h="1367188" w="1000062">
                  <a:moveTo>
                    <a:pt x="101235" y="0"/>
                  </a:moveTo>
                  <a:lnTo>
                    <a:pt x="898827" y="0"/>
                  </a:lnTo>
                  <a:cubicBezTo>
                    <a:pt x="954737" y="0"/>
                    <a:pt x="1000062" y="45325"/>
                    <a:pt x="1000062" y="101235"/>
                  </a:cubicBezTo>
                  <a:lnTo>
                    <a:pt x="1000062" y="1265953"/>
                  </a:lnTo>
                  <a:cubicBezTo>
                    <a:pt x="1000062" y="1321863"/>
                    <a:pt x="954737" y="1367188"/>
                    <a:pt x="898827" y="1367188"/>
                  </a:cubicBezTo>
                  <a:lnTo>
                    <a:pt x="101235" y="1367188"/>
                  </a:lnTo>
                  <a:cubicBezTo>
                    <a:pt x="45325" y="1367188"/>
                    <a:pt x="0" y="1321863"/>
                    <a:pt x="0" y="1265953"/>
                  </a:cubicBezTo>
                  <a:lnTo>
                    <a:pt x="0" y="101235"/>
                  </a:lnTo>
                  <a:cubicBezTo>
                    <a:pt x="0" y="45325"/>
                    <a:pt x="45325" y="0"/>
                    <a:pt x="101235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1000062" cy="1405288"/>
            </a:xfrm>
            <a:prstGeom prst="rect">
              <a:avLst/>
            </a:prstGeom>
          </p:spPr>
          <p:txBody>
            <a:bodyPr anchor="ctr" rtlCol="false" tIns="54383" lIns="54383" bIns="54383" rIns="54383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944127" y="4156209"/>
            <a:ext cx="3604891" cy="5771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110"/>
              </a:lnSpc>
            </a:pPr>
            <a:r>
              <a:rPr lang="en-US" sz="3425">
                <a:solidFill>
                  <a:srgbClr val="1A1A1A"/>
                </a:solidFill>
                <a:latin typeface="Horizon"/>
                <a:ea typeface="Horizon"/>
                <a:cs typeface="Horizon"/>
                <a:sym typeface="Horizon"/>
              </a:rPr>
              <a:t>feature 1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944127" y="6554214"/>
            <a:ext cx="3520318" cy="16535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60"/>
              </a:lnSpc>
              <a:spcBef>
                <a:spcPct val="0"/>
              </a:spcBef>
            </a:pPr>
            <a:r>
              <a:rPr lang="en-US" sz="24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Highlight your key advantages over rivals using this easy-to-scan quadrant layout.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986413" y="4990431"/>
            <a:ext cx="3520318" cy="8153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60"/>
              </a:lnSpc>
              <a:spcBef>
                <a:spcPct val="0"/>
              </a:spcBef>
            </a:pPr>
            <a:r>
              <a:rPr lang="en-US" b="true" sz="2400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V</a:t>
            </a:r>
            <a:r>
              <a:rPr lang="en-US" b="true" sz="2400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isual Competitive Comparison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5253697" y="4990431"/>
            <a:ext cx="3520318" cy="12344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60"/>
              </a:lnSpc>
              <a:spcBef>
                <a:spcPct val="0"/>
              </a:spcBef>
            </a:pPr>
            <a:r>
              <a:rPr lang="en-US" b="true" sz="2400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M</a:t>
            </a:r>
            <a:r>
              <a:rPr lang="en-US" b="true" sz="2400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arket Differentiation Breakdown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5254201" y="6554214"/>
            <a:ext cx="3520318" cy="20726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60"/>
              </a:lnSpc>
              <a:spcBef>
                <a:spcPct val="0"/>
              </a:spcBef>
            </a:pPr>
            <a:r>
              <a:rPr lang="en-US" sz="24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S</a:t>
            </a:r>
            <a:r>
              <a:rPr lang="en-US" sz="24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how how the current landscape falls short and what truly separates your solution.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3781268" y="4990431"/>
            <a:ext cx="3520318" cy="8153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60"/>
              </a:lnSpc>
              <a:spcBef>
                <a:spcPct val="0"/>
              </a:spcBef>
            </a:pPr>
            <a:r>
              <a:rPr lang="en-US" b="true" sz="2400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S</a:t>
            </a:r>
            <a:r>
              <a:rPr lang="en-US" b="true" sz="2400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uperior Performance Factors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9559195" y="4990431"/>
            <a:ext cx="3520318" cy="396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60"/>
              </a:lnSpc>
              <a:spcBef>
                <a:spcPct val="0"/>
              </a:spcBef>
            </a:pPr>
            <a:r>
              <a:rPr lang="en-US" b="true" sz="2400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Why</a:t>
            </a:r>
            <a:r>
              <a:rPr lang="en-US" b="true" sz="2400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 We're Ahead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3779615" y="6554214"/>
            <a:ext cx="3520318" cy="16535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60"/>
              </a:lnSpc>
              <a:spcBef>
                <a:spcPct val="0"/>
              </a:spcBef>
            </a:pPr>
            <a:r>
              <a:rPr lang="en-US" sz="24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Exp</a:t>
            </a:r>
            <a:r>
              <a:rPr lang="en-US" sz="24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lain the specific ways we outperform competitors and create better value.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9559195" y="6554214"/>
            <a:ext cx="3520318" cy="16535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60"/>
              </a:lnSpc>
              <a:spcBef>
                <a:spcPct val="0"/>
              </a:spcBef>
            </a:pPr>
            <a:r>
              <a:rPr lang="en-US" sz="24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Il</a:t>
            </a:r>
            <a:r>
              <a:rPr lang="en-US" sz="24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lustrate the unique strengths that position us differently from existing options.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C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2437089">
            <a:off x="13655826" y="896834"/>
            <a:ext cx="9476806" cy="9744788"/>
          </a:xfrm>
          <a:custGeom>
            <a:avLst/>
            <a:gdLst/>
            <a:ahLst/>
            <a:cxnLst/>
            <a:rect r="r" b="b" t="t" l="l"/>
            <a:pathLst>
              <a:path h="9744788" w="9476806">
                <a:moveTo>
                  <a:pt x="0" y="0"/>
                </a:moveTo>
                <a:lnTo>
                  <a:pt x="9476807" y="0"/>
                </a:lnTo>
                <a:lnTo>
                  <a:pt x="9476807" y="9744788"/>
                </a:lnTo>
                <a:lnTo>
                  <a:pt x="0" y="974478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2309600" y="771325"/>
            <a:ext cx="5219121" cy="4129217"/>
            <a:chOff x="0" y="0"/>
            <a:chExt cx="1432647" cy="1133469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432647" cy="1133469"/>
            </a:xfrm>
            <a:custGeom>
              <a:avLst/>
              <a:gdLst/>
              <a:ahLst/>
              <a:cxnLst/>
              <a:rect r="r" b="b" t="t" l="l"/>
              <a:pathLst>
                <a:path h="1133469" w="1432647">
                  <a:moveTo>
                    <a:pt x="75652" y="0"/>
                  </a:moveTo>
                  <a:lnTo>
                    <a:pt x="1356995" y="0"/>
                  </a:lnTo>
                  <a:cubicBezTo>
                    <a:pt x="1377059" y="0"/>
                    <a:pt x="1396302" y="7970"/>
                    <a:pt x="1410489" y="22158"/>
                  </a:cubicBezTo>
                  <a:cubicBezTo>
                    <a:pt x="1424677" y="36346"/>
                    <a:pt x="1432647" y="55588"/>
                    <a:pt x="1432647" y="75652"/>
                  </a:cubicBezTo>
                  <a:lnTo>
                    <a:pt x="1432647" y="1057817"/>
                  </a:lnTo>
                  <a:cubicBezTo>
                    <a:pt x="1432647" y="1099598"/>
                    <a:pt x="1398777" y="1133469"/>
                    <a:pt x="1356995" y="1133469"/>
                  </a:cubicBezTo>
                  <a:lnTo>
                    <a:pt x="75652" y="1133469"/>
                  </a:lnTo>
                  <a:cubicBezTo>
                    <a:pt x="33871" y="1133469"/>
                    <a:pt x="0" y="1099598"/>
                    <a:pt x="0" y="1057817"/>
                  </a:cubicBezTo>
                  <a:lnTo>
                    <a:pt x="0" y="75652"/>
                  </a:lnTo>
                  <a:cubicBezTo>
                    <a:pt x="0" y="33871"/>
                    <a:pt x="33871" y="0"/>
                    <a:pt x="75652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1432647" cy="117156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9717276">
            <a:off x="-6335055" y="2726435"/>
            <a:ext cx="11003310" cy="11314457"/>
          </a:xfrm>
          <a:custGeom>
            <a:avLst/>
            <a:gdLst/>
            <a:ahLst/>
            <a:cxnLst/>
            <a:rect r="r" b="b" t="t" l="l"/>
            <a:pathLst>
              <a:path h="11314457" w="11003310">
                <a:moveTo>
                  <a:pt x="0" y="0"/>
                </a:moveTo>
                <a:lnTo>
                  <a:pt x="11003310" y="0"/>
                </a:lnTo>
                <a:lnTo>
                  <a:pt x="11003310" y="11314457"/>
                </a:lnTo>
                <a:lnTo>
                  <a:pt x="0" y="1131445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898271" y="771325"/>
            <a:ext cx="10924017" cy="4129217"/>
            <a:chOff x="0" y="0"/>
            <a:chExt cx="2998640" cy="1133469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998640" cy="1133469"/>
            </a:xfrm>
            <a:custGeom>
              <a:avLst/>
              <a:gdLst/>
              <a:ahLst/>
              <a:cxnLst/>
              <a:rect r="r" b="b" t="t" l="l"/>
              <a:pathLst>
                <a:path h="1133469" w="2998640">
                  <a:moveTo>
                    <a:pt x="36144" y="0"/>
                  </a:moveTo>
                  <a:lnTo>
                    <a:pt x="2962496" y="0"/>
                  </a:lnTo>
                  <a:cubicBezTo>
                    <a:pt x="2972082" y="0"/>
                    <a:pt x="2981275" y="3808"/>
                    <a:pt x="2988054" y="10586"/>
                  </a:cubicBezTo>
                  <a:cubicBezTo>
                    <a:pt x="2994832" y="17365"/>
                    <a:pt x="2998640" y="26558"/>
                    <a:pt x="2998640" y="36144"/>
                  </a:cubicBezTo>
                  <a:lnTo>
                    <a:pt x="2998640" y="1097325"/>
                  </a:lnTo>
                  <a:cubicBezTo>
                    <a:pt x="2998640" y="1106911"/>
                    <a:pt x="2994832" y="1116104"/>
                    <a:pt x="2988054" y="1122883"/>
                  </a:cubicBezTo>
                  <a:cubicBezTo>
                    <a:pt x="2981275" y="1129661"/>
                    <a:pt x="2972082" y="1133469"/>
                    <a:pt x="2962496" y="1133469"/>
                  </a:cubicBezTo>
                  <a:lnTo>
                    <a:pt x="36144" y="1133469"/>
                  </a:lnTo>
                  <a:cubicBezTo>
                    <a:pt x="26558" y="1133469"/>
                    <a:pt x="17365" y="1129661"/>
                    <a:pt x="10586" y="1122883"/>
                  </a:cubicBezTo>
                  <a:cubicBezTo>
                    <a:pt x="3808" y="1116104"/>
                    <a:pt x="0" y="1106911"/>
                    <a:pt x="0" y="1097325"/>
                  </a:cubicBezTo>
                  <a:lnTo>
                    <a:pt x="0" y="36144"/>
                  </a:lnTo>
                  <a:cubicBezTo>
                    <a:pt x="0" y="26558"/>
                    <a:pt x="3808" y="17365"/>
                    <a:pt x="10586" y="10586"/>
                  </a:cubicBezTo>
                  <a:cubicBezTo>
                    <a:pt x="17365" y="3808"/>
                    <a:pt x="26558" y="0"/>
                    <a:pt x="36144" y="0"/>
                  </a:cubicBezTo>
                  <a:close/>
                </a:path>
              </a:pathLst>
            </a:custGeom>
            <a:solidFill>
              <a:srgbClr val="3A1FB0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2998640" cy="117156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2309600" y="5383810"/>
            <a:ext cx="5219121" cy="4129217"/>
            <a:chOff x="0" y="0"/>
            <a:chExt cx="1432647" cy="1133469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432647" cy="1133469"/>
            </a:xfrm>
            <a:custGeom>
              <a:avLst/>
              <a:gdLst/>
              <a:ahLst/>
              <a:cxnLst/>
              <a:rect r="r" b="b" t="t" l="l"/>
              <a:pathLst>
                <a:path h="1133469" w="1432647">
                  <a:moveTo>
                    <a:pt x="75652" y="0"/>
                  </a:moveTo>
                  <a:lnTo>
                    <a:pt x="1356995" y="0"/>
                  </a:lnTo>
                  <a:cubicBezTo>
                    <a:pt x="1377059" y="0"/>
                    <a:pt x="1396302" y="7970"/>
                    <a:pt x="1410489" y="22158"/>
                  </a:cubicBezTo>
                  <a:cubicBezTo>
                    <a:pt x="1424677" y="36346"/>
                    <a:pt x="1432647" y="55588"/>
                    <a:pt x="1432647" y="75652"/>
                  </a:cubicBezTo>
                  <a:lnTo>
                    <a:pt x="1432647" y="1057817"/>
                  </a:lnTo>
                  <a:cubicBezTo>
                    <a:pt x="1432647" y="1099598"/>
                    <a:pt x="1398777" y="1133469"/>
                    <a:pt x="1356995" y="1133469"/>
                  </a:cubicBezTo>
                  <a:lnTo>
                    <a:pt x="75652" y="1133469"/>
                  </a:lnTo>
                  <a:cubicBezTo>
                    <a:pt x="33871" y="1133469"/>
                    <a:pt x="0" y="1099598"/>
                    <a:pt x="0" y="1057817"/>
                  </a:cubicBezTo>
                  <a:lnTo>
                    <a:pt x="0" y="75652"/>
                  </a:lnTo>
                  <a:cubicBezTo>
                    <a:pt x="0" y="33871"/>
                    <a:pt x="33871" y="0"/>
                    <a:pt x="75652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1432647" cy="117156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6603167" y="5383810"/>
            <a:ext cx="5219121" cy="4129217"/>
            <a:chOff x="0" y="0"/>
            <a:chExt cx="1432647" cy="1133469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432647" cy="1133469"/>
            </a:xfrm>
            <a:custGeom>
              <a:avLst/>
              <a:gdLst/>
              <a:ahLst/>
              <a:cxnLst/>
              <a:rect r="r" b="b" t="t" l="l"/>
              <a:pathLst>
                <a:path h="1133469" w="1432647">
                  <a:moveTo>
                    <a:pt x="75652" y="0"/>
                  </a:moveTo>
                  <a:lnTo>
                    <a:pt x="1356995" y="0"/>
                  </a:lnTo>
                  <a:cubicBezTo>
                    <a:pt x="1377059" y="0"/>
                    <a:pt x="1396302" y="7970"/>
                    <a:pt x="1410489" y="22158"/>
                  </a:cubicBezTo>
                  <a:cubicBezTo>
                    <a:pt x="1424677" y="36346"/>
                    <a:pt x="1432647" y="55588"/>
                    <a:pt x="1432647" y="75652"/>
                  </a:cubicBezTo>
                  <a:lnTo>
                    <a:pt x="1432647" y="1057817"/>
                  </a:lnTo>
                  <a:cubicBezTo>
                    <a:pt x="1432647" y="1099598"/>
                    <a:pt x="1398777" y="1133469"/>
                    <a:pt x="1356995" y="1133469"/>
                  </a:cubicBezTo>
                  <a:lnTo>
                    <a:pt x="75652" y="1133469"/>
                  </a:lnTo>
                  <a:cubicBezTo>
                    <a:pt x="33871" y="1133469"/>
                    <a:pt x="0" y="1099598"/>
                    <a:pt x="0" y="1057817"/>
                  </a:cubicBezTo>
                  <a:lnTo>
                    <a:pt x="0" y="75652"/>
                  </a:lnTo>
                  <a:cubicBezTo>
                    <a:pt x="0" y="33871"/>
                    <a:pt x="33871" y="0"/>
                    <a:pt x="75652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1432647" cy="117156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898271" y="5383810"/>
            <a:ext cx="5219121" cy="4129217"/>
            <a:chOff x="0" y="0"/>
            <a:chExt cx="1432647" cy="1133469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432647" cy="1133469"/>
            </a:xfrm>
            <a:custGeom>
              <a:avLst/>
              <a:gdLst/>
              <a:ahLst/>
              <a:cxnLst/>
              <a:rect r="r" b="b" t="t" l="l"/>
              <a:pathLst>
                <a:path h="1133469" w="1432647">
                  <a:moveTo>
                    <a:pt x="75652" y="0"/>
                  </a:moveTo>
                  <a:lnTo>
                    <a:pt x="1356995" y="0"/>
                  </a:lnTo>
                  <a:cubicBezTo>
                    <a:pt x="1377059" y="0"/>
                    <a:pt x="1396302" y="7970"/>
                    <a:pt x="1410489" y="22158"/>
                  </a:cubicBezTo>
                  <a:cubicBezTo>
                    <a:pt x="1424677" y="36346"/>
                    <a:pt x="1432647" y="55588"/>
                    <a:pt x="1432647" y="75652"/>
                  </a:cubicBezTo>
                  <a:lnTo>
                    <a:pt x="1432647" y="1057817"/>
                  </a:lnTo>
                  <a:cubicBezTo>
                    <a:pt x="1432647" y="1099598"/>
                    <a:pt x="1398777" y="1133469"/>
                    <a:pt x="1356995" y="1133469"/>
                  </a:cubicBezTo>
                  <a:lnTo>
                    <a:pt x="75652" y="1133469"/>
                  </a:lnTo>
                  <a:cubicBezTo>
                    <a:pt x="33871" y="1133469"/>
                    <a:pt x="0" y="1099598"/>
                    <a:pt x="0" y="1057817"/>
                  </a:cubicBezTo>
                  <a:lnTo>
                    <a:pt x="0" y="75652"/>
                  </a:lnTo>
                  <a:cubicBezTo>
                    <a:pt x="0" y="33871"/>
                    <a:pt x="33871" y="0"/>
                    <a:pt x="75652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1432647" cy="117156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898271" y="2148228"/>
            <a:ext cx="10924017" cy="14420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9900"/>
              </a:lnSpc>
            </a:pPr>
            <a:r>
              <a:rPr lang="en-US" sz="9900">
                <a:solidFill>
                  <a:srgbClr val="FFFFFF"/>
                </a:solidFill>
                <a:latin typeface="Horizon"/>
                <a:ea typeface="Horizon"/>
                <a:cs typeface="Horizon"/>
                <a:sym typeface="Horizon"/>
              </a:rPr>
              <a:t>solutions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2507184" y="1000423"/>
            <a:ext cx="4823953" cy="542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960"/>
              </a:lnSpc>
            </a:pPr>
            <a:r>
              <a:rPr lang="en-US" sz="3300">
                <a:solidFill>
                  <a:srgbClr val="1A1A1A"/>
                </a:solidFill>
                <a:latin typeface="Horizon"/>
                <a:ea typeface="Horizon"/>
                <a:cs typeface="Horizon"/>
                <a:sym typeface="Horizon"/>
              </a:rPr>
              <a:t>Solution 01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2507184" y="5721603"/>
            <a:ext cx="4823953" cy="542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960"/>
              </a:lnSpc>
            </a:pPr>
            <a:r>
              <a:rPr lang="en-US" sz="3300">
                <a:solidFill>
                  <a:srgbClr val="1A1A1A"/>
                </a:solidFill>
                <a:latin typeface="Horizon"/>
                <a:ea typeface="Horizon"/>
                <a:cs typeface="Horizon"/>
                <a:sym typeface="Horizon"/>
              </a:rPr>
              <a:t>Solution 04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6801519" y="5721603"/>
            <a:ext cx="4823953" cy="542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960"/>
              </a:lnSpc>
            </a:pPr>
            <a:r>
              <a:rPr lang="en-US" sz="3300">
                <a:solidFill>
                  <a:srgbClr val="1A1A1A"/>
                </a:solidFill>
                <a:latin typeface="Horizon"/>
                <a:ea typeface="Horizon"/>
                <a:cs typeface="Horizon"/>
                <a:sym typeface="Horizon"/>
              </a:rPr>
              <a:t>Solution 03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095855" y="5721603"/>
            <a:ext cx="4823953" cy="542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960"/>
              </a:lnSpc>
            </a:pPr>
            <a:r>
              <a:rPr lang="en-US" sz="3300">
                <a:solidFill>
                  <a:srgbClr val="1A1A1A"/>
                </a:solidFill>
                <a:latin typeface="Horizon"/>
                <a:ea typeface="Horizon"/>
                <a:cs typeface="Horizon"/>
                <a:sym typeface="Horizon"/>
              </a:rPr>
              <a:t>Solution 02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2893176" y="1927248"/>
            <a:ext cx="4051969" cy="2360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9"/>
              </a:lnSpc>
              <a:spcBef>
                <a:spcPct val="0"/>
              </a:spcBef>
            </a:pPr>
            <a:r>
              <a:rPr lang="en-US" sz="27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How We Fix Problem 1</a:t>
            </a:r>
          </a:p>
          <a:p>
            <a:pPr algn="ctr">
              <a:lnSpc>
                <a:spcPts val="3779"/>
              </a:lnSpc>
              <a:spcBef>
                <a:spcPct val="0"/>
              </a:spcBef>
            </a:pPr>
            <a:r>
              <a:rPr lang="en-US" sz="27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Present your plan to eliminate the first issue you described earlier.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7186742" y="6496029"/>
            <a:ext cx="4051969" cy="2360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9"/>
              </a:lnSpc>
              <a:spcBef>
                <a:spcPct val="0"/>
              </a:spcBef>
            </a:pPr>
            <a:r>
              <a:rPr lang="en-US" sz="27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How We Resolve Problem 3 Illustrate your approach to overcoming the third challenge you raised.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481846" y="6496029"/>
            <a:ext cx="4051969" cy="2360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9"/>
              </a:lnSpc>
              <a:spcBef>
                <a:spcPct val="0"/>
              </a:spcBef>
            </a:pPr>
            <a:r>
              <a:rPr lang="en-US" sz="27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How We Tackle Problem 2 Share your strategy to solve the second problem you presented.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2893176" y="6496029"/>
            <a:ext cx="4051969" cy="18840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9"/>
              </a:lnSpc>
              <a:spcBef>
                <a:spcPct val="0"/>
              </a:spcBef>
            </a:pPr>
            <a:r>
              <a:rPr lang="en-US" sz="27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Il</a:t>
            </a:r>
            <a:r>
              <a:rPr lang="en-US" sz="27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lustrate your approach to overcoming the  challenge you raised.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C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309860">
            <a:off x="13132022" y="-3104517"/>
            <a:ext cx="9476806" cy="9744788"/>
          </a:xfrm>
          <a:custGeom>
            <a:avLst/>
            <a:gdLst/>
            <a:ahLst/>
            <a:cxnLst/>
            <a:rect r="r" b="b" t="t" l="l"/>
            <a:pathLst>
              <a:path h="9744788" w="9476806">
                <a:moveTo>
                  <a:pt x="0" y="0"/>
                </a:moveTo>
                <a:lnTo>
                  <a:pt x="9476806" y="0"/>
                </a:lnTo>
                <a:lnTo>
                  <a:pt x="9476806" y="9744788"/>
                </a:lnTo>
                <a:lnTo>
                  <a:pt x="0" y="974478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9290070" y="1028700"/>
            <a:ext cx="7969230" cy="2473517"/>
            <a:chOff x="0" y="0"/>
            <a:chExt cx="2187552" cy="67898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187552" cy="678980"/>
            </a:xfrm>
            <a:custGeom>
              <a:avLst/>
              <a:gdLst/>
              <a:ahLst/>
              <a:cxnLst/>
              <a:rect r="r" b="b" t="t" l="l"/>
              <a:pathLst>
                <a:path h="678980" w="2187552">
                  <a:moveTo>
                    <a:pt x="49545" y="0"/>
                  </a:moveTo>
                  <a:lnTo>
                    <a:pt x="2138007" y="0"/>
                  </a:lnTo>
                  <a:cubicBezTo>
                    <a:pt x="2151147" y="0"/>
                    <a:pt x="2163749" y="5220"/>
                    <a:pt x="2173040" y="14511"/>
                  </a:cubicBezTo>
                  <a:cubicBezTo>
                    <a:pt x="2182332" y="23803"/>
                    <a:pt x="2187552" y="36405"/>
                    <a:pt x="2187552" y="49545"/>
                  </a:cubicBezTo>
                  <a:lnTo>
                    <a:pt x="2187552" y="629435"/>
                  </a:lnTo>
                  <a:cubicBezTo>
                    <a:pt x="2187552" y="642575"/>
                    <a:pt x="2182332" y="655177"/>
                    <a:pt x="2173040" y="664468"/>
                  </a:cubicBezTo>
                  <a:cubicBezTo>
                    <a:pt x="2163749" y="673760"/>
                    <a:pt x="2151147" y="678980"/>
                    <a:pt x="2138007" y="678980"/>
                  </a:cubicBezTo>
                  <a:lnTo>
                    <a:pt x="49545" y="678980"/>
                  </a:lnTo>
                  <a:cubicBezTo>
                    <a:pt x="36405" y="678980"/>
                    <a:pt x="23803" y="673760"/>
                    <a:pt x="14511" y="664468"/>
                  </a:cubicBezTo>
                  <a:cubicBezTo>
                    <a:pt x="5220" y="655177"/>
                    <a:pt x="0" y="642575"/>
                    <a:pt x="0" y="629435"/>
                  </a:cubicBezTo>
                  <a:lnTo>
                    <a:pt x="0" y="49545"/>
                  </a:lnTo>
                  <a:cubicBezTo>
                    <a:pt x="0" y="36405"/>
                    <a:pt x="5220" y="23803"/>
                    <a:pt x="14511" y="14511"/>
                  </a:cubicBezTo>
                  <a:cubicBezTo>
                    <a:pt x="23803" y="5220"/>
                    <a:pt x="36405" y="0"/>
                    <a:pt x="49545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187552" cy="71708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9290070" y="3906741"/>
            <a:ext cx="7969230" cy="2473517"/>
            <a:chOff x="0" y="0"/>
            <a:chExt cx="2187552" cy="67898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187552" cy="678980"/>
            </a:xfrm>
            <a:custGeom>
              <a:avLst/>
              <a:gdLst/>
              <a:ahLst/>
              <a:cxnLst/>
              <a:rect r="r" b="b" t="t" l="l"/>
              <a:pathLst>
                <a:path h="678980" w="2187552">
                  <a:moveTo>
                    <a:pt x="49545" y="0"/>
                  </a:moveTo>
                  <a:lnTo>
                    <a:pt x="2138007" y="0"/>
                  </a:lnTo>
                  <a:cubicBezTo>
                    <a:pt x="2151147" y="0"/>
                    <a:pt x="2163749" y="5220"/>
                    <a:pt x="2173040" y="14511"/>
                  </a:cubicBezTo>
                  <a:cubicBezTo>
                    <a:pt x="2182332" y="23803"/>
                    <a:pt x="2187552" y="36405"/>
                    <a:pt x="2187552" y="49545"/>
                  </a:cubicBezTo>
                  <a:lnTo>
                    <a:pt x="2187552" y="629435"/>
                  </a:lnTo>
                  <a:cubicBezTo>
                    <a:pt x="2187552" y="642575"/>
                    <a:pt x="2182332" y="655177"/>
                    <a:pt x="2173040" y="664468"/>
                  </a:cubicBezTo>
                  <a:cubicBezTo>
                    <a:pt x="2163749" y="673760"/>
                    <a:pt x="2151147" y="678980"/>
                    <a:pt x="2138007" y="678980"/>
                  </a:cubicBezTo>
                  <a:lnTo>
                    <a:pt x="49545" y="678980"/>
                  </a:lnTo>
                  <a:cubicBezTo>
                    <a:pt x="36405" y="678980"/>
                    <a:pt x="23803" y="673760"/>
                    <a:pt x="14511" y="664468"/>
                  </a:cubicBezTo>
                  <a:cubicBezTo>
                    <a:pt x="5220" y="655177"/>
                    <a:pt x="0" y="642575"/>
                    <a:pt x="0" y="629435"/>
                  </a:cubicBezTo>
                  <a:lnTo>
                    <a:pt x="0" y="49545"/>
                  </a:lnTo>
                  <a:cubicBezTo>
                    <a:pt x="0" y="36405"/>
                    <a:pt x="5220" y="23803"/>
                    <a:pt x="14511" y="14511"/>
                  </a:cubicBezTo>
                  <a:cubicBezTo>
                    <a:pt x="23803" y="5220"/>
                    <a:pt x="36405" y="0"/>
                    <a:pt x="49545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2187552" cy="71708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9290070" y="6784783"/>
            <a:ext cx="7969230" cy="2473517"/>
            <a:chOff x="0" y="0"/>
            <a:chExt cx="2187552" cy="67898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187552" cy="678980"/>
            </a:xfrm>
            <a:custGeom>
              <a:avLst/>
              <a:gdLst/>
              <a:ahLst/>
              <a:cxnLst/>
              <a:rect r="r" b="b" t="t" l="l"/>
              <a:pathLst>
                <a:path h="678980" w="2187552">
                  <a:moveTo>
                    <a:pt x="49545" y="0"/>
                  </a:moveTo>
                  <a:lnTo>
                    <a:pt x="2138007" y="0"/>
                  </a:lnTo>
                  <a:cubicBezTo>
                    <a:pt x="2151147" y="0"/>
                    <a:pt x="2163749" y="5220"/>
                    <a:pt x="2173040" y="14511"/>
                  </a:cubicBezTo>
                  <a:cubicBezTo>
                    <a:pt x="2182332" y="23803"/>
                    <a:pt x="2187552" y="36405"/>
                    <a:pt x="2187552" y="49545"/>
                  </a:cubicBezTo>
                  <a:lnTo>
                    <a:pt x="2187552" y="629435"/>
                  </a:lnTo>
                  <a:cubicBezTo>
                    <a:pt x="2187552" y="642575"/>
                    <a:pt x="2182332" y="655177"/>
                    <a:pt x="2173040" y="664468"/>
                  </a:cubicBezTo>
                  <a:cubicBezTo>
                    <a:pt x="2163749" y="673760"/>
                    <a:pt x="2151147" y="678980"/>
                    <a:pt x="2138007" y="678980"/>
                  </a:cubicBezTo>
                  <a:lnTo>
                    <a:pt x="49545" y="678980"/>
                  </a:lnTo>
                  <a:cubicBezTo>
                    <a:pt x="36405" y="678980"/>
                    <a:pt x="23803" y="673760"/>
                    <a:pt x="14511" y="664468"/>
                  </a:cubicBezTo>
                  <a:cubicBezTo>
                    <a:pt x="5220" y="655177"/>
                    <a:pt x="0" y="642575"/>
                    <a:pt x="0" y="629435"/>
                  </a:cubicBezTo>
                  <a:lnTo>
                    <a:pt x="0" y="49545"/>
                  </a:lnTo>
                  <a:cubicBezTo>
                    <a:pt x="0" y="36405"/>
                    <a:pt x="5220" y="23803"/>
                    <a:pt x="14511" y="14511"/>
                  </a:cubicBezTo>
                  <a:cubicBezTo>
                    <a:pt x="23803" y="5220"/>
                    <a:pt x="36405" y="0"/>
                    <a:pt x="49545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2187552" cy="71708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8558615" y="1535855"/>
            <a:ext cx="1462910" cy="1459207"/>
            <a:chOff x="0" y="0"/>
            <a:chExt cx="406400" cy="405371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06400" cy="405371"/>
            </a:xfrm>
            <a:custGeom>
              <a:avLst/>
              <a:gdLst/>
              <a:ahLst/>
              <a:cxnLst/>
              <a:rect r="r" b="b" t="t" l="l"/>
              <a:pathLst>
                <a:path h="405371" w="406400">
                  <a:moveTo>
                    <a:pt x="202686" y="0"/>
                  </a:moveTo>
                  <a:lnTo>
                    <a:pt x="203714" y="0"/>
                  </a:lnTo>
                  <a:cubicBezTo>
                    <a:pt x="257470" y="0"/>
                    <a:pt x="309024" y="21354"/>
                    <a:pt x="347035" y="59365"/>
                  </a:cubicBezTo>
                  <a:cubicBezTo>
                    <a:pt x="385046" y="97376"/>
                    <a:pt x="406400" y="148930"/>
                    <a:pt x="406400" y="202686"/>
                  </a:cubicBezTo>
                  <a:lnTo>
                    <a:pt x="406400" y="202686"/>
                  </a:lnTo>
                  <a:cubicBezTo>
                    <a:pt x="406400" y="314626"/>
                    <a:pt x="315655" y="405371"/>
                    <a:pt x="203714" y="405371"/>
                  </a:cubicBezTo>
                  <a:lnTo>
                    <a:pt x="202686" y="405371"/>
                  </a:lnTo>
                  <a:cubicBezTo>
                    <a:pt x="148930" y="405371"/>
                    <a:pt x="97376" y="384017"/>
                    <a:pt x="59365" y="346006"/>
                  </a:cubicBezTo>
                  <a:cubicBezTo>
                    <a:pt x="21354" y="307995"/>
                    <a:pt x="0" y="256441"/>
                    <a:pt x="0" y="202686"/>
                  </a:cubicBezTo>
                  <a:lnTo>
                    <a:pt x="0" y="202686"/>
                  </a:lnTo>
                  <a:cubicBezTo>
                    <a:pt x="0" y="148930"/>
                    <a:pt x="21354" y="97376"/>
                    <a:pt x="59365" y="59365"/>
                  </a:cubicBezTo>
                  <a:cubicBezTo>
                    <a:pt x="97376" y="21354"/>
                    <a:pt x="148930" y="0"/>
                    <a:pt x="202686" y="0"/>
                  </a:cubicBezTo>
                  <a:close/>
                </a:path>
              </a:pathLst>
            </a:custGeom>
            <a:solidFill>
              <a:srgbClr val="FF82FF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406400" cy="44347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8558615" y="4413897"/>
            <a:ext cx="1462910" cy="1459207"/>
            <a:chOff x="0" y="0"/>
            <a:chExt cx="406400" cy="405371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406400" cy="405371"/>
            </a:xfrm>
            <a:custGeom>
              <a:avLst/>
              <a:gdLst/>
              <a:ahLst/>
              <a:cxnLst/>
              <a:rect r="r" b="b" t="t" l="l"/>
              <a:pathLst>
                <a:path h="405371" w="406400">
                  <a:moveTo>
                    <a:pt x="202686" y="0"/>
                  </a:moveTo>
                  <a:lnTo>
                    <a:pt x="203714" y="0"/>
                  </a:lnTo>
                  <a:cubicBezTo>
                    <a:pt x="257470" y="0"/>
                    <a:pt x="309024" y="21354"/>
                    <a:pt x="347035" y="59365"/>
                  </a:cubicBezTo>
                  <a:cubicBezTo>
                    <a:pt x="385046" y="97376"/>
                    <a:pt x="406400" y="148930"/>
                    <a:pt x="406400" y="202686"/>
                  </a:cubicBezTo>
                  <a:lnTo>
                    <a:pt x="406400" y="202686"/>
                  </a:lnTo>
                  <a:cubicBezTo>
                    <a:pt x="406400" y="314626"/>
                    <a:pt x="315655" y="405371"/>
                    <a:pt x="203714" y="405371"/>
                  </a:cubicBezTo>
                  <a:lnTo>
                    <a:pt x="202686" y="405371"/>
                  </a:lnTo>
                  <a:cubicBezTo>
                    <a:pt x="148930" y="405371"/>
                    <a:pt x="97376" y="384017"/>
                    <a:pt x="59365" y="346006"/>
                  </a:cubicBezTo>
                  <a:cubicBezTo>
                    <a:pt x="21354" y="307995"/>
                    <a:pt x="0" y="256441"/>
                    <a:pt x="0" y="202686"/>
                  </a:cubicBezTo>
                  <a:lnTo>
                    <a:pt x="0" y="202686"/>
                  </a:lnTo>
                  <a:cubicBezTo>
                    <a:pt x="0" y="148930"/>
                    <a:pt x="21354" y="97376"/>
                    <a:pt x="59365" y="59365"/>
                  </a:cubicBezTo>
                  <a:cubicBezTo>
                    <a:pt x="97376" y="21354"/>
                    <a:pt x="148930" y="0"/>
                    <a:pt x="202686" y="0"/>
                  </a:cubicBezTo>
                  <a:close/>
                </a:path>
              </a:pathLst>
            </a:custGeom>
            <a:solidFill>
              <a:srgbClr val="FF82FF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406400" cy="44347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8558615" y="7291938"/>
            <a:ext cx="1462910" cy="1459207"/>
            <a:chOff x="0" y="0"/>
            <a:chExt cx="406400" cy="405371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406400" cy="405371"/>
            </a:xfrm>
            <a:custGeom>
              <a:avLst/>
              <a:gdLst/>
              <a:ahLst/>
              <a:cxnLst/>
              <a:rect r="r" b="b" t="t" l="l"/>
              <a:pathLst>
                <a:path h="405371" w="406400">
                  <a:moveTo>
                    <a:pt x="202686" y="0"/>
                  </a:moveTo>
                  <a:lnTo>
                    <a:pt x="203714" y="0"/>
                  </a:lnTo>
                  <a:cubicBezTo>
                    <a:pt x="257470" y="0"/>
                    <a:pt x="309024" y="21354"/>
                    <a:pt x="347035" y="59365"/>
                  </a:cubicBezTo>
                  <a:cubicBezTo>
                    <a:pt x="385046" y="97376"/>
                    <a:pt x="406400" y="148930"/>
                    <a:pt x="406400" y="202686"/>
                  </a:cubicBezTo>
                  <a:lnTo>
                    <a:pt x="406400" y="202686"/>
                  </a:lnTo>
                  <a:cubicBezTo>
                    <a:pt x="406400" y="314626"/>
                    <a:pt x="315655" y="405371"/>
                    <a:pt x="203714" y="405371"/>
                  </a:cubicBezTo>
                  <a:lnTo>
                    <a:pt x="202686" y="405371"/>
                  </a:lnTo>
                  <a:cubicBezTo>
                    <a:pt x="148930" y="405371"/>
                    <a:pt x="97376" y="384017"/>
                    <a:pt x="59365" y="346006"/>
                  </a:cubicBezTo>
                  <a:cubicBezTo>
                    <a:pt x="21354" y="307995"/>
                    <a:pt x="0" y="256441"/>
                    <a:pt x="0" y="202686"/>
                  </a:cubicBezTo>
                  <a:lnTo>
                    <a:pt x="0" y="202686"/>
                  </a:lnTo>
                  <a:cubicBezTo>
                    <a:pt x="0" y="148930"/>
                    <a:pt x="21354" y="97376"/>
                    <a:pt x="59365" y="59365"/>
                  </a:cubicBezTo>
                  <a:cubicBezTo>
                    <a:pt x="97376" y="21354"/>
                    <a:pt x="148930" y="0"/>
                    <a:pt x="202686" y="0"/>
                  </a:cubicBezTo>
                  <a:close/>
                </a:path>
              </a:pathLst>
            </a:custGeom>
            <a:solidFill>
              <a:srgbClr val="FF82FF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406400" cy="44347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sp>
        <p:nvSpPr>
          <p:cNvPr name="Freeform 21" id="21"/>
          <p:cNvSpPr/>
          <p:nvPr/>
        </p:nvSpPr>
        <p:spPr>
          <a:xfrm flipH="true" flipV="false" rot="-1884338">
            <a:off x="-3429737" y="3149147"/>
            <a:ext cx="9476806" cy="9744788"/>
          </a:xfrm>
          <a:custGeom>
            <a:avLst/>
            <a:gdLst/>
            <a:ahLst/>
            <a:cxnLst/>
            <a:rect r="r" b="b" t="t" l="l"/>
            <a:pathLst>
              <a:path h="9744788" w="9476806">
                <a:moveTo>
                  <a:pt x="9476807" y="0"/>
                </a:moveTo>
                <a:lnTo>
                  <a:pt x="0" y="0"/>
                </a:lnTo>
                <a:lnTo>
                  <a:pt x="0" y="9744788"/>
                </a:lnTo>
                <a:lnTo>
                  <a:pt x="9476807" y="9744788"/>
                </a:lnTo>
                <a:lnTo>
                  <a:pt x="9476807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22" id="22"/>
          <p:cNvGrpSpPr/>
          <p:nvPr/>
        </p:nvGrpSpPr>
        <p:grpSpPr>
          <a:xfrm rot="0">
            <a:off x="1028700" y="831264"/>
            <a:ext cx="6488505" cy="8427036"/>
            <a:chOff x="0" y="0"/>
            <a:chExt cx="1802522" cy="2341051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802522" cy="2341051"/>
            </a:xfrm>
            <a:custGeom>
              <a:avLst/>
              <a:gdLst/>
              <a:ahLst/>
              <a:cxnLst/>
              <a:rect r="r" b="b" t="t" l="l"/>
              <a:pathLst>
                <a:path h="2341051" w="1802522">
                  <a:moveTo>
                    <a:pt x="60852" y="0"/>
                  </a:moveTo>
                  <a:lnTo>
                    <a:pt x="1741670" y="0"/>
                  </a:lnTo>
                  <a:cubicBezTo>
                    <a:pt x="1775278" y="0"/>
                    <a:pt x="1802522" y="27244"/>
                    <a:pt x="1802522" y="60852"/>
                  </a:cubicBezTo>
                  <a:lnTo>
                    <a:pt x="1802522" y="2280199"/>
                  </a:lnTo>
                  <a:cubicBezTo>
                    <a:pt x="1802522" y="2313807"/>
                    <a:pt x="1775278" y="2341051"/>
                    <a:pt x="1741670" y="2341051"/>
                  </a:cubicBezTo>
                  <a:lnTo>
                    <a:pt x="60852" y="2341051"/>
                  </a:lnTo>
                  <a:cubicBezTo>
                    <a:pt x="27244" y="2341051"/>
                    <a:pt x="0" y="2313807"/>
                    <a:pt x="0" y="2280199"/>
                  </a:cubicBezTo>
                  <a:lnTo>
                    <a:pt x="0" y="60852"/>
                  </a:lnTo>
                  <a:cubicBezTo>
                    <a:pt x="0" y="27244"/>
                    <a:pt x="27244" y="0"/>
                    <a:pt x="60852" y="0"/>
                  </a:cubicBezTo>
                  <a:close/>
                </a:path>
              </a:pathLst>
            </a:custGeom>
            <a:solidFill>
              <a:srgbClr val="3A1FB0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38100"/>
              <a:ext cx="1802522" cy="237915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838001" y="3945307"/>
            <a:ext cx="4869903" cy="4869903"/>
            <a:chOff x="0" y="0"/>
            <a:chExt cx="6350000" cy="63500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4474210" y="0"/>
                  </a:moveTo>
                  <a:lnTo>
                    <a:pt x="1875790" y="0"/>
                  </a:lnTo>
                  <a:cubicBezTo>
                    <a:pt x="839470" y="0"/>
                    <a:pt x="0" y="839470"/>
                    <a:pt x="0" y="1875790"/>
                  </a:cubicBezTo>
                  <a:lnTo>
                    <a:pt x="0" y="4474210"/>
                  </a:lnTo>
                  <a:cubicBezTo>
                    <a:pt x="0" y="5510530"/>
                    <a:pt x="839470" y="6350000"/>
                    <a:pt x="1875790" y="6350000"/>
                  </a:cubicBezTo>
                  <a:lnTo>
                    <a:pt x="4474210" y="6350000"/>
                  </a:lnTo>
                  <a:cubicBezTo>
                    <a:pt x="5510530" y="6350000"/>
                    <a:pt x="6350000" y="5510530"/>
                    <a:pt x="6350000" y="4474210"/>
                  </a:cubicBezTo>
                  <a:lnTo>
                    <a:pt x="6350000" y="1875790"/>
                  </a:lnTo>
                  <a:cubicBezTo>
                    <a:pt x="6350000" y="839470"/>
                    <a:pt x="5510530" y="0"/>
                    <a:pt x="4474210" y="0"/>
                  </a:cubicBezTo>
                  <a:close/>
                </a:path>
              </a:pathLst>
            </a:custGeom>
            <a:blipFill>
              <a:blip r:embed="rId3"/>
              <a:stretch>
                <a:fillRect l="0" t="-761" r="0" b="-761"/>
              </a:stretch>
            </a:blipFill>
          </p:spPr>
        </p:sp>
      </p:grpSp>
      <p:sp>
        <p:nvSpPr>
          <p:cNvPr name="TextBox 27" id="27"/>
          <p:cNvSpPr txBox="true"/>
          <p:nvPr/>
        </p:nvSpPr>
        <p:spPr>
          <a:xfrm rot="0">
            <a:off x="8692105" y="1879797"/>
            <a:ext cx="1195929" cy="714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208"/>
              </a:lnSpc>
            </a:pPr>
            <a:r>
              <a:rPr lang="en-US" sz="4340">
                <a:solidFill>
                  <a:srgbClr val="000000"/>
                </a:solidFill>
                <a:latin typeface="Horizon"/>
                <a:ea typeface="Horizon"/>
                <a:cs typeface="Horizon"/>
                <a:sym typeface="Horizon"/>
              </a:rPr>
              <a:t>1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8692105" y="4757839"/>
            <a:ext cx="1195929" cy="714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208"/>
              </a:lnSpc>
            </a:pPr>
            <a:r>
              <a:rPr lang="en-US" sz="4340">
                <a:solidFill>
                  <a:srgbClr val="000000"/>
                </a:solidFill>
                <a:latin typeface="Horizon"/>
                <a:ea typeface="Horizon"/>
                <a:cs typeface="Horizon"/>
                <a:sym typeface="Horizon"/>
              </a:rPr>
              <a:t>2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8692105" y="7635880"/>
            <a:ext cx="1195929" cy="714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208"/>
              </a:lnSpc>
            </a:pPr>
            <a:r>
              <a:rPr lang="en-US" sz="4340">
                <a:solidFill>
                  <a:srgbClr val="000000"/>
                </a:solidFill>
                <a:latin typeface="Horizon"/>
                <a:ea typeface="Horizon"/>
                <a:cs typeface="Horizon"/>
                <a:sym typeface="Horizon"/>
              </a:rPr>
              <a:t>3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0684831" y="1209452"/>
            <a:ext cx="5527820" cy="657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835"/>
              </a:lnSpc>
            </a:pPr>
            <a:r>
              <a:rPr lang="en-US" b="true" sz="4029">
                <a:solidFill>
                  <a:srgbClr val="1A1A1A"/>
                </a:solidFill>
                <a:latin typeface="Horizon"/>
                <a:ea typeface="Horizon"/>
                <a:cs typeface="Horizon"/>
                <a:sym typeface="Horizon"/>
              </a:rPr>
              <a:t>user 1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0684831" y="1908372"/>
            <a:ext cx="5527820" cy="11819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100"/>
              </a:lnSpc>
            </a:pPr>
            <a:r>
              <a:rPr lang="en-US" sz="2214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Deliver a short, striking, emotional summary of the core problem they face.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0684831" y="4987632"/>
            <a:ext cx="5527820" cy="1075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20"/>
              </a:lnSpc>
            </a:pPr>
            <a:r>
              <a:rPr lang="en-US" sz="2014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Explain how this problem seriously damages / frustrates / limits their daily life, work, relationships, or well-being.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0684831" y="7656609"/>
            <a:ext cx="5527820" cy="14316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20"/>
              </a:lnSpc>
            </a:pPr>
            <a:r>
              <a:rPr lang="en-US" sz="2014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Highlight how painful or unacceptable the current situation is — set up urgency so the rest of the pitch feels like the obvious solution they’ve been waiting for.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198935" y="1753455"/>
            <a:ext cx="6148035" cy="21316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800"/>
              </a:lnSpc>
              <a:spcBef>
                <a:spcPct val="0"/>
              </a:spcBef>
            </a:pPr>
            <a:r>
              <a:rPr lang="en-US" sz="7800" strike="noStrike" u="none">
                <a:solidFill>
                  <a:srgbClr val="FFFFFF"/>
                </a:solidFill>
                <a:latin typeface="Horizon"/>
                <a:ea typeface="Horizon"/>
                <a:cs typeface="Horizon"/>
                <a:sym typeface="Horizon"/>
              </a:rPr>
              <a:t>Target User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0684831" y="6999384"/>
            <a:ext cx="5527820" cy="657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835"/>
              </a:lnSpc>
            </a:pPr>
            <a:r>
              <a:rPr lang="en-US" b="true" sz="4029">
                <a:solidFill>
                  <a:srgbClr val="1A1A1A"/>
                </a:solidFill>
                <a:latin typeface="Horizon"/>
                <a:ea typeface="Horizon"/>
                <a:cs typeface="Horizon"/>
                <a:sym typeface="Horizon"/>
              </a:rPr>
              <a:t>user 3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0684831" y="4157764"/>
            <a:ext cx="5527820" cy="657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835"/>
              </a:lnSpc>
            </a:pPr>
            <a:r>
              <a:rPr lang="en-US" b="true" sz="4029">
                <a:solidFill>
                  <a:srgbClr val="1A1A1A"/>
                </a:solidFill>
                <a:latin typeface="Horizon"/>
                <a:ea typeface="Horizon"/>
                <a:cs typeface="Horizon"/>
                <a:sym typeface="Horizon"/>
              </a:rPr>
              <a:t>user 2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C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3036520">
            <a:off x="9181896" y="-3202488"/>
            <a:ext cx="10995373" cy="11306296"/>
          </a:xfrm>
          <a:custGeom>
            <a:avLst/>
            <a:gdLst/>
            <a:ahLst/>
            <a:cxnLst/>
            <a:rect r="r" b="b" t="t" l="l"/>
            <a:pathLst>
              <a:path h="11306296" w="10995373">
                <a:moveTo>
                  <a:pt x="0" y="0"/>
                </a:moveTo>
                <a:lnTo>
                  <a:pt x="10995374" y="0"/>
                </a:lnTo>
                <a:lnTo>
                  <a:pt x="10995374" y="11306297"/>
                </a:lnTo>
                <a:lnTo>
                  <a:pt x="0" y="1130629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-1884338">
            <a:off x="-5446455" y="2083866"/>
            <a:ext cx="9476806" cy="9744788"/>
          </a:xfrm>
          <a:custGeom>
            <a:avLst/>
            <a:gdLst/>
            <a:ahLst/>
            <a:cxnLst/>
            <a:rect r="r" b="b" t="t" l="l"/>
            <a:pathLst>
              <a:path h="9744788" w="9476806">
                <a:moveTo>
                  <a:pt x="9476807" y="0"/>
                </a:moveTo>
                <a:lnTo>
                  <a:pt x="0" y="0"/>
                </a:lnTo>
                <a:lnTo>
                  <a:pt x="0" y="9744788"/>
                </a:lnTo>
                <a:lnTo>
                  <a:pt x="9476807" y="9744788"/>
                </a:lnTo>
                <a:lnTo>
                  <a:pt x="9476807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028700" y="1028700"/>
            <a:ext cx="16230600" cy="3618178"/>
            <a:chOff x="0" y="0"/>
            <a:chExt cx="4274726" cy="95293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274726" cy="952936"/>
            </a:xfrm>
            <a:custGeom>
              <a:avLst/>
              <a:gdLst/>
              <a:ahLst/>
              <a:cxnLst/>
              <a:rect r="r" b="b" t="t" l="l"/>
              <a:pathLst>
                <a:path h="952936" w="4274726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928609"/>
                  </a:lnTo>
                  <a:cubicBezTo>
                    <a:pt x="4274726" y="935061"/>
                    <a:pt x="4272163" y="941248"/>
                    <a:pt x="4267601" y="945810"/>
                  </a:cubicBezTo>
                  <a:cubicBezTo>
                    <a:pt x="4263039" y="950373"/>
                    <a:pt x="4256851" y="952936"/>
                    <a:pt x="4250399" y="952936"/>
                  </a:cubicBezTo>
                  <a:lnTo>
                    <a:pt x="24327" y="952936"/>
                  </a:lnTo>
                  <a:cubicBezTo>
                    <a:pt x="10891" y="952936"/>
                    <a:pt x="0" y="942044"/>
                    <a:pt x="0" y="928609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3A1FB0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4274726" cy="99103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417220" y="5443121"/>
            <a:ext cx="3372968" cy="3060445"/>
            <a:chOff x="0" y="0"/>
            <a:chExt cx="1816235" cy="1647951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816235" cy="1647951"/>
            </a:xfrm>
            <a:custGeom>
              <a:avLst/>
              <a:gdLst/>
              <a:ahLst/>
              <a:cxnLst/>
              <a:rect r="r" b="b" t="t" l="l"/>
              <a:pathLst>
                <a:path h="1647951" w="1816235">
                  <a:moveTo>
                    <a:pt x="117059" y="0"/>
                  </a:moveTo>
                  <a:lnTo>
                    <a:pt x="1699175" y="0"/>
                  </a:lnTo>
                  <a:cubicBezTo>
                    <a:pt x="1763825" y="0"/>
                    <a:pt x="1816235" y="52409"/>
                    <a:pt x="1816235" y="117059"/>
                  </a:cubicBezTo>
                  <a:lnTo>
                    <a:pt x="1816235" y="1530892"/>
                  </a:lnTo>
                  <a:cubicBezTo>
                    <a:pt x="1816235" y="1595542"/>
                    <a:pt x="1763825" y="1647951"/>
                    <a:pt x="1699175" y="1647951"/>
                  </a:cubicBezTo>
                  <a:lnTo>
                    <a:pt x="117059" y="1647951"/>
                  </a:lnTo>
                  <a:cubicBezTo>
                    <a:pt x="52409" y="1647951"/>
                    <a:pt x="0" y="1595542"/>
                    <a:pt x="0" y="1530892"/>
                  </a:cubicBezTo>
                  <a:lnTo>
                    <a:pt x="0" y="117059"/>
                  </a:lnTo>
                  <a:cubicBezTo>
                    <a:pt x="0" y="52409"/>
                    <a:pt x="52409" y="0"/>
                    <a:pt x="117059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1816235" cy="168605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5446880" y="5443121"/>
            <a:ext cx="3372968" cy="3060445"/>
            <a:chOff x="0" y="0"/>
            <a:chExt cx="1816235" cy="1647951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816235" cy="1647951"/>
            </a:xfrm>
            <a:custGeom>
              <a:avLst/>
              <a:gdLst/>
              <a:ahLst/>
              <a:cxnLst/>
              <a:rect r="r" b="b" t="t" l="l"/>
              <a:pathLst>
                <a:path h="1647951" w="1816235">
                  <a:moveTo>
                    <a:pt x="117059" y="0"/>
                  </a:moveTo>
                  <a:lnTo>
                    <a:pt x="1699175" y="0"/>
                  </a:lnTo>
                  <a:cubicBezTo>
                    <a:pt x="1763825" y="0"/>
                    <a:pt x="1816235" y="52409"/>
                    <a:pt x="1816235" y="117059"/>
                  </a:cubicBezTo>
                  <a:lnTo>
                    <a:pt x="1816235" y="1530892"/>
                  </a:lnTo>
                  <a:cubicBezTo>
                    <a:pt x="1816235" y="1595542"/>
                    <a:pt x="1763825" y="1647951"/>
                    <a:pt x="1699175" y="1647951"/>
                  </a:cubicBezTo>
                  <a:lnTo>
                    <a:pt x="117059" y="1647951"/>
                  </a:lnTo>
                  <a:cubicBezTo>
                    <a:pt x="52409" y="1647951"/>
                    <a:pt x="0" y="1595542"/>
                    <a:pt x="0" y="1530892"/>
                  </a:cubicBezTo>
                  <a:lnTo>
                    <a:pt x="0" y="117059"/>
                  </a:lnTo>
                  <a:cubicBezTo>
                    <a:pt x="0" y="52409"/>
                    <a:pt x="52409" y="0"/>
                    <a:pt x="117059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1816235" cy="168605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9470948" y="5443121"/>
            <a:ext cx="3372968" cy="3060445"/>
            <a:chOff x="0" y="0"/>
            <a:chExt cx="1816235" cy="1647951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816235" cy="1647951"/>
            </a:xfrm>
            <a:custGeom>
              <a:avLst/>
              <a:gdLst/>
              <a:ahLst/>
              <a:cxnLst/>
              <a:rect r="r" b="b" t="t" l="l"/>
              <a:pathLst>
                <a:path h="1647951" w="1816235">
                  <a:moveTo>
                    <a:pt x="117059" y="0"/>
                  </a:moveTo>
                  <a:lnTo>
                    <a:pt x="1699175" y="0"/>
                  </a:lnTo>
                  <a:cubicBezTo>
                    <a:pt x="1763825" y="0"/>
                    <a:pt x="1816235" y="52409"/>
                    <a:pt x="1816235" y="117059"/>
                  </a:cubicBezTo>
                  <a:lnTo>
                    <a:pt x="1816235" y="1530892"/>
                  </a:lnTo>
                  <a:cubicBezTo>
                    <a:pt x="1816235" y="1595542"/>
                    <a:pt x="1763825" y="1647951"/>
                    <a:pt x="1699175" y="1647951"/>
                  </a:cubicBezTo>
                  <a:lnTo>
                    <a:pt x="117059" y="1647951"/>
                  </a:lnTo>
                  <a:cubicBezTo>
                    <a:pt x="52409" y="1647951"/>
                    <a:pt x="0" y="1595542"/>
                    <a:pt x="0" y="1530892"/>
                  </a:cubicBezTo>
                  <a:lnTo>
                    <a:pt x="0" y="117059"/>
                  </a:lnTo>
                  <a:cubicBezTo>
                    <a:pt x="0" y="52409"/>
                    <a:pt x="52409" y="0"/>
                    <a:pt x="117059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1816235" cy="168605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3501141" y="5426037"/>
            <a:ext cx="3372968" cy="3060445"/>
            <a:chOff x="0" y="0"/>
            <a:chExt cx="1816235" cy="1647951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816235" cy="1647951"/>
            </a:xfrm>
            <a:custGeom>
              <a:avLst/>
              <a:gdLst/>
              <a:ahLst/>
              <a:cxnLst/>
              <a:rect r="r" b="b" t="t" l="l"/>
              <a:pathLst>
                <a:path h="1647951" w="1816235">
                  <a:moveTo>
                    <a:pt x="117059" y="0"/>
                  </a:moveTo>
                  <a:lnTo>
                    <a:pt x="1699175" y="0"/>
                  </a:lnTo>
                  <a:cubicBezTo>
                    <a:pt x="1763825" y="0"/>
                    <a:pt x="1816235" y="52409"/>
                    <a:pt x="1816235" y="117059"/>
                  </a:cubicBezTo>
                  <a:lnTo>
                    <a:pt x="1816235" y="1530892"/>
                  </a:lnTo>
                  <a:cubicBezTo>
                    <a:pt x="1816235" y="1595542"/>
                    <a:pt x="1763825" y="1647951"/>
                    <a:pt x="1699175" y="1647951"/>
                  </a:cubicBezTo>
                  <a:lnTo>
                    <a:pt x="117059" y="1647951"/>
                  </a:lnTo>
                  <a:cubicBezTo>
                    <a:pt x="52409" y="1647951"/>
                    <a:pt x="0" y="1595542"/>
                    <a:pt x="0" y="1530892"/>
                  </a:cubicBezTo>
                  <a:lnTo>
                    <a:pt x="0" y="117059"/>
                  </a:lnTo>
                  <a:cubicBezTo>
                    <a:pt x="0" y="52409"/>
                    <a:pt x="52409" y="0"/>
                    <a:pt x="117059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1816235" cy="168605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2348970" y="7748832"/>
            <a:ext cx="1509468" cy="1509468"/>
            <a:chOff x="0" y="0"/>
            <a:chExt cx="812800" cy="8128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261574" y="0"/>
                  </a:moveTo>
                  <a:lnTo>
                    <a:pt x="551226" y="0"/>
                  </a:lnTo>
                  <a:cubicBezTo>
                    <a:pt x="620600" y="0"/>
                    <a:pt x="687132" y="27559"/>
                    <a:pt x="736187" y="76613"/>
                  </a:cubicBezTo>
                  <a:cubicBezTo>
                    <a:pt x="785241" y="125668"/>
                    <a:pt x="812800" y="192200"/>
                    <a:pt x="812800" y="261574"/>
                  </a:cubicBezTo>
                  <a:lnTo>
                    <a:pt x="812800" y="551226"/>
                  </a:lnTo>
                  <a:cubicBezTo>
                    <a:pt x="812800" y="620600"/>
                    <a:pt x="785241" y="687132"/>
                    <a:pt x="736187" y="736187"/>
                  </a:cubicBezTo>
                  <a:cubicBezTo>
                    <a:pt x="687132" y="785241"/>
                    <a:pt x="620600" y="812800"/>
                    <a:pt x="551226" y="812800"/>
                  </a:cubicBezTo>
                  <a:lnTo>
                    <a:pt x="261574" y="812800"/>
                  </a:lnTo>
                  <a:cubicBezTo>
                    <a:pt x="192200" y="812800"/>
                    <a:pt x="125668" y="785241"/>
                    <a:pt x="76613" y="736187"/>
                  </a:cubicBezTo>
                  <a:cubicBezTo>
                    <a:pt x="27559" y="687132"/>
                    <a:pt x="0" y="620600"/>
                    <a:pt x="0" y="551226"/>
                  </a:cubicBezTo>
                  <a:lnTo>
                    <a:pt x="0" y="261574"/>
                  </a:lnTo>
                  <a:cubicBezTo>
                    <a:pt x="0" y="192200"/>
                    <a:pt x="27559" y="125668"/>
                    <a:pt x="76613" y="76613"/>
                  </a:cubicBezTo>
                  <a:cubicBezTo>
                    <a:pt x="125668" y="27559"/>
                    <a:pt x="192200" y="0"/>
                    <a:pt x="261574" y="0"/>
                  </a:cubicBezTo>
                  <a:close/>
                </a:path>
              </a:pathLst>
            </a:custGeom>
            <a:solidFill>
              <a:srgbClr val="FF82FF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6378630" y="7748832"/>
            <a:ext cx="1509468" cy="1509468"/>
            <a:chOff x="0" y="0"/>
            <a:chExt cx="812800" cy="8128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261574" y="0"/>
                  </a:moveTo>
                  <a:lnTo>
                    <a:pt x="551226" y="0"/>
                  </a:lnTo>
                  <a:cubicBezTo>
                    <a:pt x="620600" y="0"/>
                    <a:pt x="687132" y="27559"/>
                    <a:pt x="736187" y="76613"/>
                  </a:cubicBezTo>
                  <a:cubicBezTo>
                    <a:pt x="785241" y="125668"/>
                    <a:pt x="812800" y="192200"/>
                    <a:pt x="812800" y="261574"/>
                  </a:cubicBezTo>
                  <a:lnTo>
                    <a:pt x="812800" y="551226"/>
                  </a:lnTo>
                  <a:cubicBezTo>
                    <a:pt x="812800" y="620600"/>
                    <a:pt x="785241" y="687132"/>
                    <a:pt x="736187" y="736187"/>
                  </a:cubicBezTo>
                  <a:cubicBezTo>
                    <a:pt x="687132" y="785241"/>
                    <a:pt x="620600" y="812800"/>
                    <a:pt x="551226" y="812800"/>
                  </a:cubicBezTo>
                  <a:lnTo>
                    <a:pt x="261574" y="812800"/>
                  </a:lnTo>
                  <a:cubicBezTo>
                    <a:pt x="192200" y="812800"/>
                    <a:pt x="125668" y="785241"/>
                    <a:pt x="76613" y="736187"/>
                  </a:cubicBezTo>
                  <a:cubicBezTo>
                    <a:pt x="27559" y="687132"/>
                    <a:pt x="0" y="620600"/>
                    <a:pt x="0" y="551226"/>
                  </a:cubicBezTo>
                  <a:lnTo>
                    <a:pt x="0" y="261574"/>
                  </a:lnTo>
                  <a:cubicBezTo>
                    <a:pt x="0" y="192200"/>
                    <a:pt x="27559" y="125668"/>
                    <a:pt x="76613" y="76613"/>
                  </a:cubicBezTo>
                  <a:cubicBezTo>
                    <a:pt x="125668" y="27559"/>
                    <a:pt x="192200" y="0"/>
                    <a:pt x="261574" y="0"/>
                  </a:cubicBezTo>
                  <a:close/>
                </a:path>
              </a:pathLst>
            </a:custGeom>
            <a:solidFill>
              <a:srgbClr val="FF82FF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0402698" y="7748832"/>
            <a:ext cx="1509468" cy="1509468"/>
            <a:chOff x="0" y="0"/>
            <a:chExt cx="812800" cy="8128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261574" y="0"/>
                  </a:moveTo>
                  <a:lnTo>
                    <a:pt x="551226" y="0"/>
                  </a:lnTo>
                  <a:cubicBezTo>
                    <a:pt x="620600" y="0"/>
                    <a:pt x="687132" y="27559"/>
                    <a:pt x="736187" y="76613"/>
                  </a:cubicBezTo>
                  <a:cubicBezTo>
                    <a:pt x="785241" y="125668"/>
                    <a:pt x="812800" y="192200"/>
                    <a:pt x="812800" y="261574"/>
                  </a:cubicBezTo>
                  <a:lnTo>
                    <a:pt x="812800" y="551226"/>
                  </a:lnTo>
                  <a:cubicBezTo>
                    <a:pt x="812800" y="620600"/>
                    <a:pt x="785241" y="687132"/>
                    <a:pt x="736187" y="736187"/>
                  </a:cubicBezTo>
                  <a:cubicBezTo>
                    <a:pt x="687132" y="785241"/>
                    <a:pt x="620600" y="812800"/>
                    <a:pt x="551226" y="812800"/>
                  </a:cubicBezTo>
                  <a:lnTo>
                    <a:pt x="261574" y="812800"/>
                  </a:lnTo>
                  <a:cubicBezTo>
                    <a:pt x="192200" y="812800"/>
                    <a:pt x="125668" y="785241"/>
                    <a:pt x="76613" y="736187"/>
                  </a:cubicBezTo>
                  <a:cubicBezTo>
                    <a:pt x="27559" y="687132"/>
                    <a:pt x="0" y="620600"/>
                    <a:pt x="0" y="551226"/>
                  </a:cubicBezTo>
                  <a:lnTo>
                    <a:pt x="0" y="261574"/>
                  </a:lnTo>
                  <a:cubicBezTo>
                    <a:pt x="0" y="192200"/>
                    <a:pt x="27559" y="125668"/>
                    <a:pt x="76613" y="76613"/>
                  </a:cubicBezTo>
                  <a:cubicBezTo>
                    <a:pt x="125668" y="27559"/>
                    <a:pt x="192200" y="0"/>
                    <a:pt x="261574" y="0"/>
                  </a:cubicBezTo>
                  <a:close/>
                </a:path>
              </a:pathLst>
            </a:custGeom>
            <a:solidFill>
              <a:srgbClr val="FF82FF"/>
            </a:solid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4426766" y="7748832"/>
            <a:ext cx="1509468" cy="1509468"/>
            <a:chOff x="0" y="0"/>
            <a:chExt cx="812800" cy="8128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261574" y="0"/>
                  </a:moveTo>
                  <a:lnTo>
                    <a:pt x="551226" y="0"/>
                  </a:lnTo>
                  <a:cubicBezTo>
                    <a:pt x="620600" y="0"/>
                    <a:pt x="687132" y="27559"/>
                    <a:pt x="736187" y="76613"/>
                  </a:cubicBezTo>
                  <a:cubicBezTo>
                    <a:pt x="785241" y="125668"/>
                    <a:pt x="812800" y="192200"/>
                    <a:pt x="812800" y="261574"/>
                  </a:cubicBezTo>
                  <a:lnTo>
                    <a:pt x="812800" y="551226"/>
                  </a:lnTo>
                  <a:cubicBezTo>
                    <a:pt x="812800" y="620600"/>
                    <a:pt x="785241" y="687132"/>
                    <a:pt x="736187" y="736187"/>
                  </a:cubicBezTo>
                  <a:cubicBezTo>
                    <a:pt x="687132" y="785241"/>
                    <a:pt x="620600" y="812800"/>
                    <a:pt x="551226" y="812800"/>
                  </a:cubicBezTo>
                  <a:lnTo>
                    <a:pt x="261574" y="812800"/>
                  </a:lnTo>
                  <a:cubicBezTo>
                    <a:pt x="192200" y="812800"/>
                    <a:pt x="125668" y="785241"/>
                    <a:pt x="76613" y="736187"/>
                  </a:cubicBezTo>
                  <a:cubicBezTo>
                    <a:pt x="27559" y="687132"/>
                    <a:pt x="0" y="620600"/>
                    <a:pt x="0" y="551226"/>
                  </a:cubicBezTo>
                  <a:lnTo>
                    <a:pt x="0" y="261574"/>
                  </a:lnTo>
                  <a:cubicBezTo>
                    <a:pt x="0" y="192200"/>
                    <a:pt x="27559" y="125668"/>
                    <a:pt x="76613" y="76613"/>
                  </a:cubicBezTo>
                  <a:cubicBezTo>
                    <a:pt x="125668" y="27559"/>
                    <a:pt x="192200" y="0"/>
                    <a:pt x="261574" y="0"/>
                  </a:cubicBezTo>
                  <a:close/>
                </a:path>
              </a:pathLst>
            </a:custGeom>
            <a:solidFill>
              <a:srgbClr val="FF82FF"/>
            </a:solid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sp>
        <p:nvSpPr>
          <p:cNvPr name="Freeform 31" id="31"/>
          <p:cNvSpPr/>
          <p:nvPr/>
        </p:nvSpPr>
        <p:spPr>
          <a:xfrm flipH="false" flipV="false" rot="0">
            <a:off x="2517059" y="8119580"/>
            <a:ext cx="1173290" cy="767972"/>
          </a:xfrm>
          <a:custGeom>
            <a:avLst/>
            <a:gdLst/>
            <a:ahLst/>
            <a:cxnLst/>
            <a:rect r="r" b="b" t="t" l="l"/>
            <a:pathLst>
              <a:path h="767972" w="1173290">
                <a:moveTo>
                  <a:pt x="0" y="0"/>
                </a:moveTo>
                <a:lnTo>
                  <a:pt x="1173290" y="0"/>
                </a:lnTo>
                <a:lnTo>
                  <a:pt x="1173290" y="767972"/>
                </a:lnTo>
                <a:lnTo>
                  <a:pt x="0" y="76797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2" id="32"/>
          <p:cNvSpPr/>
          <p:nvPr/>
        </p:nvSpPr>
        <p:spPr>
          <a:xfrm flipH="false" flipV="false" rot="0">
            <a:off x="6704364" y="8037261"/>
            <a:ext cx="858001" cy="932610"/>
          </a:xfrm>
          <a:custGeom>
            <a:avLst/>
            <a:gdLst/>
            <a:ahLst/>
            <a:cxnLst/>
            <a:rect r="r" b="b" t="t" l="l"/>
            <a:pathLst>
              <a:path h="932610" w="858001">
                <a:moveTo>
                  <a:pt x="0" y="0"/>
                </a:moveTo>
                <a:lnTo>
                  <a:pt x="858001" y="0"/>
                </a:lnTo>
                <a:lnTo>
                  <a:pt x="858001" y="932610"/>
                </a:lnTo>
                <a:lnTo>
                  <a:pt x="0" y="93261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3" id="33"/>
          <p:cNvSpPr/>
          <p:nvPr/>
        </p:nvSpPr>
        <p:spPr>
          <a:xfrm flipH="false" flipV="false" rot="0">
            <a:off x="10702925" y="7972026"/>
            <a:ext cx="921980" cy="1063080"/>
          </a:xfrm>
          <a:custGeom>
            <a:avLst/>
            <a:gdLst/>
            <a:ahLst/>
            <a:cxnLst/>
            <a:rect r="r" b="b" t="t" l="l"/>
            <a:pathLst>
              <a:path h="1063080" w="921980">
                <a:moveTo>
                  <a:pt x="0" y="0"/>
                </a:moveTo>
                <a:lnTo>
                  <a:pt x="921980" y="0"/>
                </a:lnTo>
                <a:lnTo>
                  <a:pt x="921980" y="1063080"/>
                </a:lnTo>
                <a:lnTo>
                  <a:pt x="0" y="106308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4" id="34"/>
          <p:cNvSpPr/>
          <p:nvPr/>
        </p:nvSpPr>
        <p:spPr>
          <a:xfrm flipH="false" flipV="false" rot="0">
            <a:off x="14679583" y="7912367"/>
            <a:ext cx="997750" cy="1148231"/>
          </a:xfrm>
          <a:custGeom>
            <a:avLst/>
            <a:gdLst/>
            <a:ahLst/>
            <a:cxnLst/>
            <a:rect r="r" b="b" t="t" l="l"/>
            <a:pathLst>
              <a:path h="1148231" w="997750">
                <a:moveTo>
                  <a:pt x="0" y="0"/>
                </a:moveTo>
                <a:lnTo>
                  <a:pt x="997750" y="0"/>
                </a:lnTo>
                <a:lnTo>
                  <a:pt x="997750" y="1148231"/>
                </a:lnTo>
                <a:lnTo>
                  <a:pt x="0" y="1148231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5" id="35"/>
          <p:cNvSpPr txBox="true"/>
          <p:nvPr/>
        </p:nvSpPr>
        <p:spPr>
          <a:xfrm rot="0">
            <a:off x="1845487" y="5632247"/>
            <a:ext cx="2516435" cy="1828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79"/>
              </a:lnSpc>
            </a:pPr>
            <a:r>
              <a:rPr lang="en-US" sz="2400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GIVE A STRIKING OVERVIEW OF THE PROBLEM AND EXPLAIN IT BRIEFLY.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2216865" y="3029547"/>
            <a:ext cx="13854270" cy="8439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359"/>
              </a:lnSpc>
            </a:pPr>
            <a:r>
              <a:rPr lang="en-US" sz="24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Your main competitors, their key products, how you stand out from them, and the unique value you deliver to customers.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334314" y="1795754"/>
            <a:ext cx="15619372" cy="9366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500"/>
              </a:lnSpc>
            </a:pPr>
            <a:r>
              <a:rPr lang="en-US" sz="6500">
                <a:solidFill>
                  <a:srgbClr val="FFFFFF"/>
                </a:solidFill>
                <a:latin typeface="Horizon"/>
                <a:ea typeface="Horizon"/>
                <a:cs typeface="Horizon"/>
                <a:sym typeface="Horizon"/>
              </a:rPr>
              <a:t>Competitive Analysis</a:t>
            </a:r>
            <a:r>
              <a:rPr lang="en-US" sz="6500">
                <a:solidFill>
                  <a:srgbClr val="FFFFFF"/>
                </a:solidFill>
                <a:latin typeface="Horizon"/>
                <a:ea typeface="Horizon"/>
                <a:cs typeface="Horizon"/>
                <a:sym typeface="Horizon"/>
              </a:rPr>
              <a:t> 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3920241" y="5784647"/>
            <a:ext cx="2516435" cy="1828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79"/>
              </a:lnSpc>
            </a:pPr>
            <a:r>
              <a:rPr lang="en-US" sz="2400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GIVE A STRIKING OVERVIEW OF THE PROBLEM AND EXPLAIN IT BRIEFLY.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9905698" y="5784647"/>
            <a:ext cx="2516435" cy="1828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79"/>
              </a:lnSpc>
            </a:pPr>
            <a:r>
              <a:rPr lang="en-US" sz="2400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GIVE A STRIKING OVERVIEW OF THE PROBLEM AND EXPLAIN IT BRIEFLY.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5875147" y="5784647"/>
            <a:ext cx="2516435" cy="1828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79"/>
              </a:lnSpc>
            </a:pPr>
            <a:r>
              <a:rPr lang="en-US" sz="2400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GIVE A STRIKING OVERVIEW OF THE PROBLEM AND EXPLAIN IT BRIEFLY.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C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833850" y="2461146"/>
            <a:ext cx="13980128" cy="1239525"/>
            <a:chOff x="0" y="0"/>
            <a:chExt cx="13042762" cy="115641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042762" cy="1156415"/>
            </a:xfrm>
            <a:custGeom>
              <a:avLst/>
              <a:gdLst/>
              <a:ahLst/>
              <a:cxnLst/>
              <a:rect r="r" b="b" t="t" l="l"/>
              <a:pathLst>
                <a:path h="1156415" w="13042762">
                  <a:moveTo>
                    <a:pt x="12918302" y="1156415"/>
                  </a:moveTo>
                  <a:lnTo>
                    <a:pt x="124460" y="1156415"/>
                  </a:lnTo>
                  <a:cubicBezTo>
                    <a:pt x="55880" y="1156415"/>
                    <a:pt x="0" y="1100535"/>
                    <a:pt x="0" y="1031955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12918303" y="0"/>
                  </a:lnTo>
                  <a:cubicBezTo>
                    <a:pt x="12986882" y="0"/>
                    <a:pt x="13042762" y="55880"/>
                    <a:pt x="13042762" y="124460"/>
                  </a:cubicBezTo>
                  <a:lnTo>
                    <a:pt x="13042762" y="1031955"/>
                  </a:lnTo>
                  <a:cubicBezTo>
                    <a:pt x="13042762" y="1100535"/>
                    <a:pt x="12986882" y="1156415"/>
                    <a:pt x="12918303" y="1156415"/>
                  </a:cubicBezTo>
                  <a:close/>
                </a:path>
              </a:pathLst>
            </a:custGeom>
            <a:solidFill>
              <a:srgbClr val="3A1FB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474022" y="2461146"/>
            <a:ext cx="3202343" cy="1239525"/>
            <a:chOff x="0" y="0"/>
            <a:chExt cx="2987626" cy="115641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987627" cy="1156415"/>
            </a:xfrm>
            <a:custGeom>
              <a:avLst/>
              <a:gdLst/>
              <a:ahLst/>
              <a:cxnLst/>
              <a:rect r="r" b="b" t="t" l="l"/>
              <a:pathLst>
                <a:path h="1156415" w="2987627">
                  <a:moveTo>
                    <a:pt x="2863166" y="1156415"/>
                  </a:moveTo>
                  <a:lnTo>
                    <a:pt x="124460" y="1156415"/>
                  </a:lnTo>
                  <a:cubicBezTo>
                    <a:pt x="55880" y="1156415"/>
                    <a:pt x="0" y="1100535"/>
                    <a:pt x="0" y="1031955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2863167" y="0"/>
                  </a:lnTo>
                  <a:cubicBezTo>
                    <a:pt x="2931746" y="0"/>
                    <a:pt x="2987627" y="55880"/>
                    <a:pt x="2987627" y="124460"/>
                  </a:cubicBezTo>
                  <a:lnTo>
                    <a:pt x="2987627" y="1031955"/>
                  </a:lnTo>
                  <a:cubicBezTo>
                    <a:pt x="2987627" y="1100535"/>
                    <a:pt x="2931746" y="1156415"/>
                    <a:pt x="2863167" y="1156415"/>
                  </a:cubicBezTo>
                  <a:close/>
                </a:path>
              </a:pathLst>
            </a:custGeom>
            <a:solidFill>
              <a:srgbClr val="FF82FF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474022" y="696822"/>
            <a:ext cx="9892960" cy="11557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000"/>
              </a:lnSpc>
              <a:spcBef>
                <a:spcPct val="0"/>
              </a:spcBef>
            </a:pPr>
            <a:r>
              <a:rPr lang="en-US" sz="8000" strike="noStrike" u="none">
                <a:solidFill>
                  <a:srgbClr val="FFFFFF"/>
                </a:solidFill>
                <a:latin typeface="Horizon"/>
                <a:ea typeface="Horizon"/>
                <a:cs typeface="Horizon"/>
                <a:sym typeface="Horizon"/>
              </a:rPr>
              <a:t>Thank You!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3991334" y="2768488"/>
            <a:ext cx="1982923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805"/>
              </a:lnSpc>
              <a:spcBef>
                <a:spcPct val="0"/>
              </a:spcBef>
            </a:pPr>
            <a:r>
              <a:rPr lang="en-US" b="true" sz="1504" spc="-30">
                <a:solidFill>
                  <a:srgbClr val="FFFFFF"/>
                </a:solidFill>
                <a:latin typeface="Horizon"/>
                <a:ea typeface="Horizon"/>
                <a:cs typeface="Horizon"/>
                <a:sym typeface="Horizon"/>
              </a:rPr>
              <a:t>#01 Leader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884009" y="2768488"/>
            <a:ext cx="1982923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805"/>
              </a:lnSpc>
              <a:spcBef>
                <a:spcPct val="0"/>
              </a:spcBef>
            </a:pPr>
            <a:r>
              <a:rPr lang="en-US" b="true" sz="1504" spc="-30">
                <a:solidFill>
                  <a:srgbClr val="FFFFFF"/>
                </a:solidFill>
                <a:latin typeface="Horizon"/>
                <a:ea typeface="Horizon"/>
                <a:cs typeface="Horizon"/>
                <a:sym typeface="Horizon"/>
              </a:rPr>
              <a:t>#02 Member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802711" y="2768488"/>
            <a:ext cx="1982923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805"/>
              </a:lnSpc>
              <a:spcBef>
                <a:spcPct val="0"/>
              </a:spcBef>
            </a:pPr>
            <a:r>
              <a:rPr lang="en-US" sz="1504" spc="-30">
                <a:solidFill>
                  <a:srgbClr val="FFFFFF"/>
                </a:solidFill>
                <a:latin typeface="Horizon"/>
                <a:ea typeface="Horizon"/>
                <a:cs typeface="Horizon"/>
                <a:sym typeface="Horizon"/>
              </a:rPr>
              <a:t>#03 Member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2729484" y="2768488"/>
            <a:ext cx="1982923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805"/>
              </a:lnSpc>
              <a:spcBef>
                <a:spcPct val="0"/>
              </a:spcBef>
            </a:pPr>
            <a:r>
              <a:rPr lang="en-US" sz="1504" spc="-30">
                <a:solidFill>
                  <a:srgbClr val="FFFFFF"/>
                </a:solidFill>
                <a:latin typeface="Horizon"/>
                <a:ea typeface="Horizon"/>
                <a:cs typeface="Horizon"/>
                <a:sym typeface="Horizon"/>
              </a:rPr>
              <a:t>#04 Member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5673571" y="2768488"/>
            <a:ext cx="1982923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805"/>
              </a:lnSpc>
              <a:spcBef>
                <a:spcPct val="0"/>
              </a:spcBef>
            </a:pPr>
            <a:r>
              <a:rPr lang="en-US" sz="1504" spc="-30">
                <a:solidFill>
                  <a:srgbClr val="FFFFFF"/>
                </a:solidFill>
                <a:latin typeface="Horizon"/>
                <a:ea typeface="Horizon"/>
                <a:cs typeface="Horizon"/>
                <a:sym typeface="Horizon"/>
              </a:rPr>
              <a:t>#05 Member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801157" y="7059038"/>
            <a:ext cx="2569748" cy="207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1">
              <a:lnSpc>
                <a:spcPts val="1679"/>
              </a:lnSpc>
              <a:spcBef>
                <a:spcPct val="0"/>
              </a:spcBef>
            </a:pPr>
            <a:r>
              <a:rPr lang="en-US" sz="1200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Your E-Mail Address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806406" y="6642539"/>
            <a:ext cx="2564499" cy="228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19"/>
              </a:lnSpc>
              <a:spcBef>
                <a:spcPct val="0"/>
              </a:spcBef>
            </a:pPr>
            <a:r>
              <a:rPr lang="en-US" b="true" sz="1599" spc="-31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E-Mail Address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806406" y="5292740"/>
            <a:ext cx="2564499" cy="207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1">
              <a:lnSpc>
                <a:spcPts val="1679"/>
              </a:lnSpc>
              <a:spcBef>
                <a:spcPct val="0"/>
              </a:spcBef>
            </a:pPr>
            <a:r>
              <a:rPr lang="en-US" sz="1200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Your Phone Number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806406" y="4877629"/>
            <a:ext cx="2564499" cy="228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19"/>
              </a:lnSpc>
              <a:spcBef>
                <a:spcPct val="0"/>
              </a:spcBef>
            </a:pPr>
            <a:r>
              <a:rPr lang="en-US" b="true" sz="1599" spc="-31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Phone Number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806406" y="8416603"/>
            <a:ext cx="2564499" cy="228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19"/>
              </a:lnSpc>
              <a:spcBef>
                <a:spcPct val="0"/>
              </a:spcBef>
            </a:pPr>
            <a:r>
              <a:rPr lang="en-US" b="true" sz="1599" spc="-31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Univ</a:t>
            </a:r>
            <a:r>
              <a:rPr lang="en-US" b="true" sz="1599" spc="-31" u="none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ersity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806406" y="8804116"/>
            <a:ext cx="2564499" cy="207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1">
              <a:lnSpc>
                <a:spcPts val="1679"/>
              </a:lnSpc>
              <a:spcBef>
                <a:spcPct val="0"/>
              </a:spcBef>
            </a:pPr>
            <a:r>
              <a:rPr lang="en-US" sz="1200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College N</a:t>
            </a:r>
            <a:r>
              <a:rPr lang="en-US" sz="1200" u="none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ame, Year, and Course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3833850" y="4416148"/>
            <a:ext cx="2297892" cy="1544449"/>
            <a:chOff x="0" y="0"/>
            <a:chExt cx="2143818" cy="1440893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143819" cy="1440894"/>
            </a:xfrm>
            <a:custGeom>
              <a:avLst/>
              <a:gdLst/>
              <a:ahLst/>
              <a:cxnLst/>
              <a:rect r="r" b="b" t="t" l="l"/>
              <a:pathLst>
                <a:path h="1440894" w="2143819">
                  <a:moveTo>
                    <a:pt x="2019358" y="1440893"/>
                  </a:moveTo>
                  <a:lnTo>
                    <a:pt x="124460" y="1440893"/>
                  </a:lnTo>
                  <a:cubicBezTo>
                    <a:pt x="55880" y="1440893"/>
                    <a:pt x="0" y="1385014"/>
                    <a:pt x="0" y="1316433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2019359" y="0"/>
                  </a:lnTo>
                  <a:cubicBezTo>
                    <a:pt x="2087938" y="0"/>
                    <a:pt x="2143819" y="55880"/>
                    <a:pt x="2143819" y="124460"/>
                  </a:cubicBezTo>
                  <a:lnTo>
                    <a:pt x="2143819" y="1316434"/>
                  </a:lnTo>
                  <a:cubicBezTo>
                    <a:pt x="2143819" y="1385014"/>
                    <a:pt x="2087938" y="1440894"/>
                    <a:pt x="2019359" y="1440894"/>
                  </a:cubicBezTo>
                  <a:close/>
                </a:path>
              </a:pathLst>
            </a:custGeom>
            <a:solidFill>
              <a:srgbClr val="F8F8F8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3833850" y="6175719"/>
            <a:ext cx="2297892" cy="1544449"/>
            <a:chOff x="0" y="0"/>
            <a:chExt cx="2143818" cy="1440893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143819" cy="1440894"/>
            </a:xfrm>
            <a:custGeom>
              <a:avLst/>
              <a:gdLst/>
              <a:ahLst/>
              <a:cxnLst/>
              <a:rect r="r" b="b" t="t" l="l"/>
              <a:pathLst>
                <a:path h="1440894" w="2143819">
                  <a:moveTo>
                    <a:pt x="2019358" y="1440893"/>
                  </a:moveTo>
                  <a:lnTo>
                    <a:pt x="124460" y="1440893"/>
                  </a:lnTo>
                  <a:cubicBezTo>
                    <a:pt x="55880" y="1440893"/>
                    <a:pt x="0" y="1385014"/>
                    <a:pt x="0" y="1316433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2019359" y="0"/>
                  </a:lnTo>
                  <a:cubicBezTo>
                    <a:pt x="2087938" y="0"/>
                    <a:pt x="2143819" y="55880"/>
                    <a:pt x="2143819" y="124460"/>
                  </a:cubicBezTo>
                  <a:lnTo>
                    <a:pt x="2143819" y="1316434"/>
                  </a:lnTo>
                  <a:cubicBezTo>
                    <a:pt x="2143819" y="1385014"/>
                    <a:pt x="2087938" y="1440894"/>
                    <a:pt x="2019359" y="1440894"/>
                  </a:cubicBezTo>
                  <a:close/>
                </a:path>
              </a:pathLst>
            </a:custGeom>
            <a:solidFill>
              <a:srgbClr val="F8F8F8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3833850" y="7935290"/>
            <a:ext cx="2297892" cy="1544449"/>
            <a:chOff x="0" y="0"/>
            <a:chExt cx="2143818" cy="1440893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143819" cy="1440894"/>
            </a:xfrm>
            <a:custGeom>
              <a:avLst/>
              <a:gdLst/>
              <a:ahLst/>
              <a:cxnLst/>
              <a:rect r="r" b="b" t="t" l="l"/>
              <a:pathLst>
                <a:path h="1440894" w="2143819">
                  <a:moveTo>
                    <a:pt x="2019358" y="1440893"/>
                  </a:moveTo>
                  <a:lnTo>
                    <a:pt x="124460" y="1440893"/>
                  </a:lnTo>
                  <a:cubicBezTo>
                    <a:pt x="55880" y="1440893"/>
                    <a:pt x="0" y="1385014"/>
                    <a:pt x="0" y="1316433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2019359" y="0"/>
                  </a:lnTo>
                  <a:cubicBezTo>
                    <a:pt x="2087938" y="0"/>
                    <a:pt x="2143819" y="55880"/>
                    <a:pt x="2143819" y="124460"/>
                  </a:cubicBezTo>
                  <a:lnTo>
                    <a:pt x="2143819" y="1316434"/>
                  </a:lnTo>
                  <a:cubicBezTo>
                    <a:pt x="2143819" y="1385014"/>
                    <a:pt x="2087938" y="1440894"/>
                    <a:pt x="2019359" y="1440894"/>
                  </a:cubicBezTo>
                  <a:close/>
                </a:path>
              </a:pathLst>
            </a:custGeom>
            <a:solidFill>
              <a:srgbClr val="F8F8F8"/>
            </a:solidFill>
          </p:spPr>
        </p:sp>
      </p:grpSp>
      <p:sp>
        <p:nvSpPr>
          <p:cNvPr name="TextBox 24" id="24"/>
          <p:cNvSpPr txBox="true"/>
          <p:nvPr/>
        </p:nvSpPr>
        <p:spPr>
          <a:xfrm rot="0">
            <a:off x="4151211" y="5033432"/>
            <a:ext cx="1663169" cy="2527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19"/>
              </a:lnSpc>
            </a:pPr>
            <a:r>
              <a:rPr lang="en-US" b="true" sz="1299" u="none">
                <a:solidFill>
                  <a:srgbClr val="393939"/>
                </a:solidFill>
                <a:latin typeface="Horizon"/>
                <a:ea typeface="Horizon"/>
                <a:cs typeface="Horizon"/>
                <a:sym typeface="Horizon"/>
              </a:rPr>
              <a:t>Write here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4151211" y="6793003"/>
            <a:ext cx="1663169" cy="2527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19"/>
              </a:lnSpc>
            </a:pPr>
            <a:r>
              <a:rPr lang="en-US" b="true" sz="1299" u="none">
                <a:solidFill>
                  <a:srgbClr val="393939"/>
                </a:solidFill>
                <a:latin typeface="Horizon"/>
                <a:ea typeface="Horizon"/>
                <a:cs typeface="Horizon"/>
                <a:sym typeface="Horizon"/>
              </a:rPr>
              <a:t>Write here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4151211" y="8552575"/>
            <a:ext cx="1663169" cy="2527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19"/>
              </a:lnSpc>
            </a:pPr>
            <a:r>
              <a:rPr lang="en-US" b="true" sz="1299" u="none">
                <a:solidFill>
                  <a:srgbClr val="393939"/>
                </a:solidFill>
                <a:latin typeface="Horizon"/>
                <a:ea typeface="Horizon"/>
                <a:cs typeface="Horizon"/>
                <a:sym typeface="Horizon"/>
              </a:rPr>
              <a:t>Write here</a:t>
            </a:r>
          </a:p>
        </p:txBody>
      </p:sp>
      <p:sp>
        <p:nvSpPr>
          <p:cNvPr name="Freeform 27" id="27"/>
          <p:cNvSpPr/>
          <p:nvPr/>
        </p:nvSpPr>
        <p:spPr>
          <a:xfrm flipH="false" flipV="false" rot="0">
            <a:off x="3676365" y="5050548"/>
            <a:ext cx="314969" cy="280609"/>
          </a:xfrm>
          <a:custGeom>
            <a:avLst/>
            <a:gdLst/>
            <a:ahLst/>
            <a:cxnLst/>
            <a:rect r="r" b="b" t="t" l="l"/>
            <a:pathLst>
              <a:path h="280609" w="314969">
                <a:moveTo>
                  <a:pt x="0" y="0"/>
                </a:moveTo>
                <a:lnTo>
                  <a:pt x="314969" y="0"/>
                </a:lnTo>
                <a:lnTo>
                  <a:pt x="314969" y="280609"/>
                </a:lnTo>
                <a:lnTo>
                  <a:pt x="0" y="28060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0">
            <a:off x="3676365" y="6807639"/>
            <a:ext cx="314969" cy="280609"/>
          </a:xfrm>
          <a:custGeom>
            <a:avLst/>
            <a:gdLst/>
            <a:ahLst/>
            <a:cxnLst/>
            <a:rect r="r" b="b" t="t" l="l"/>
            <a:pathLst>
              <a:path h="280609" w="314969">
                <a:moveTo>
                  <a:pt x="0" y="0"/>
                </a:moveTo>
                <a:lnTo>
                  <a:pt x="314969" y="0"/>
                </a:lnTo>
                <a:lnTo>
                  <a:pt x="314969" y="280609"/>
                </a:lnTo>
                <a:lnTo>
                  <a:pt x="0" y="28060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9" id="29"/>
          <p:cNvSpPr/>
          <p:nvPr/>
        </p:nvSpPr>
        <p:spPr>
          <a:xfrm flipH="false" flipV="false" rot="0">
            <a:off x="3676365" y="8567210"/>
            <a:ext cx="314969" cy="280609"/>
          </a:xfrm>
          <a:custGeom>
            <a:avLst/>
            <a:gdLst/>
            <a:ahLst/>
            <a:cxnLst/>
            <a:rect r="r" b="b" t="t" l="l"/>
            <a:pathLst>
              <a:path h="280609" w="314969">
                <a:moveTo>
                  <a:pt x="0" y="0"/>
                </a:moveTo>
                <a:lnTo>
                  <a:pt x="314969" y="0"/>
                </a:lnTo>
                <a:lnTo>
                  <a:pt x="314969" y="280609"/>
                </a:lnTo>
                <a:lnTo>
                  <a:pt x="0" y="28060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0" id="30"/>
          <p:cNvGrpSpPr/>
          <p:nvPr/>
        </p:nvGrpSpPr>
        <p:grpSpPr>
          <a:xfrm rot="0">
            <a:off x="6726525" y="4416148"/>
            <a:ext cx="2297892" cy="1544449"/>
            <a:chOff x="0" y="0"/>
            <a:chExt cx="2143818" cy="1440893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2143819" cy="1440894"/>
            </a:xfrm>
            <a:custGeom>
              <a:avLst/>
              <a:gdLst/>
              <a:ahLst/>
              <a:cxnLst/>
              <a:rect r="r" b="b" t="t" l="l"/>
              <a:pathLst>
                <a:path h="1440894" w="2143819">
                  <a:moveTo>
                    <a:pt x="2019358" y="1440893"/>
                  </a:moveTo>
                  <a:lnTo>
                    <a:pt x="124460" y="1440893"/>
                  </a:lnTo>
                  <a:cubicBezTo>
                    <a:pt x="55880" y="1440893"/>
                    <a:pt x="0" y="1385014"/>
                    <a:pt x="0" y="1316433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2019359" y="0"/>
                  </a:lnTo>
                  <a:cubicBezTo>
                    <a:pt x="2087938" y="0"/>
                    <a:pt x="2143819" y="55880"/>
                    <a:pt x="2143819" y="124460"/>
                  </a:cubicBezTo>
                  <a:lnTo>
                    <a:pt x="2143819" y="1316434"/>
                  </a:lnTo>
                  <a:cubicBezTo>
                    <a:pt x="2143819" y="1385014"/>
                    <a:pt x="2087938" y="1440894"/>
                    <a:pt x="2019359" y="1440894"/>
                  </a:cubicBezTo>
                  <a:close/>
                </a:path>
              </a:pathLst>
            </a:custGeom>
            <a:solidFill>
              <a:srgbClr val="F8F8F8"/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6726525" y="6175719"/>
            <a:ext cx="2297892" cy="1544449"/>
            <a:chOff x="0" y="0"/>
            <a:chExt cx="2143818" cy="1440893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2143819" cy="1440894"/>
            </a:xfrm>
            <a:custGeom>
              <a:avLst/>
              <a:gdLst/>
              <a:ahLst/>
              <a:cxnLst/>
              <a:rect r="r" b="b" t="t" l="l"/>
              <a:pathLst>
                <a:path h="1440894" w="2143819">
                  <a:moveTo>
                    <a:pt x="2019358" y="1440893"/>
                  </a:moveTo>
                  <a:lnTo>
                    <a:pt x="124460" y="1440893"/>
                  </a:lnTo>
                  <a:cubicBezTo>
                    <a:pt x="55880" y="1440893"/>
                    <a:pt x="0" y="1385014"/>
                    <a:pt x="0" y="1316433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2019359" y="0"/>
                  </a:lnTo>
                  <a:cubicBezTo>
                    <a:pt x="2087938" y="0"/>
                    <a:pt x="2143819" y="55880"/>
                    <a:pt x="2143819" y="124460"/>
                  </a:cubicBezTo>
                  <a:lnTo>
                    <a:pt x="2143819" y="1316434"/>
                  </a:lnTo>
                  <a:cubicBezTo>
                    <a:pt x="2143819" y="1385014"/>
                    <a:pt x="2087938" y="1440894"/>
                    <a:pt x="2019359" y="1440894"/>
                  </a:cubicBezTo>
                  <a:close/>
                </a:path>
              </a:pathLst>
            </a:custGeom>
            <a:solidFill>
              <a:srgbClr val="F8F8F8"/>
            </a:solid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6726525" y="7935290"/>
            <a:ext cx="2297892" cy="1544449"/>
            <a:chOff x="0" y="0"/>
            <a:chExt cx="2143818" cy="1440893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2143819" cy="1440894"/>
            </a:xfrm>
            <a:custGeom>
              <a:avLst/>
              <a:gdLst/>
              <a:ahLst/>
              <a:cxnLst/>
              <a:rect r="r" b="b" t="t" l="l"/>
              <a:pathLst>
                <a:path h="1440894" w="2143819">
                  <a:moveTo>
                    <a:pt x="2019358" y="1440893"/>
                  </a:moveTo>
                  <a:lnTo>
                    <a:pt x="124460" y="1440893"/>
                  </a:lnTo>
                  <a:cubicBezTo>
                    <a:pt x="55880" y="1440893"/>
                    <a:pt x="0" y="1385014"/>
                    <a:pt x="0" y="1316433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2019359" y="0"/>
                  </a:lnTo>
                  <a:cubicBezTo>
                    <a:pt x="2087938" y="0"/>
                    <a:pt x="2143819" y="55880"/>
                    <a:pt x="2143819" y="124460"/>
                  </a:cubicBezTo>
                  <a:lnTo>
                    <a:pt x="2143819" y="1316434"/>
                  </a:lnTo>
                  <a:cubicBezTo>
                    <a:pt x="2143819" y="1385014"/>
                    <a:pt x="2087938" y="1440894"/>
                    <a:pt x="2019359" y="1440894"/>
                  </a:cubicBezTo>
                  <a:close/>
                </a:path>
              </a:pathLst>
            </a:custGeom>
            <a:solidFill>
              <a:srgbClr val="F8F8F8"/>
            </a:solidFill>
          </p:spPr>
        </p:sp>
      </p:grpSp>
      <p:grpSp>
        <p:nvGrpSpPr>
          <p:cNvPr name="Group 36" id="36"/>
          <p:cNvGrpSpPr/>
          <p:nvPr/>
        </p:nvGrpSpPr>
        <p:grpSpPr>
          <a:xfrm rot="0">
            <a:off x="9645226" y="4416148"/>
            <a:ext cx="2297892" cy="1544449"/>
            <a:chOff x="0" y="0"/>
            <a:chExt cx="2143818" cy="1440893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2143819" cy="1440894"/>
            </a:xfrm>
            <a:custGeom>
              <a:avLst/>
              <a:gdLst/>
              <a:ahLst/>
              <a:cxnLst/>
              <a:rect r="r" b="b" t="t" l="l"/>
              <a:pathLst>
                <a:path h="1440894" w="2143819">
                  <a:moveTo>
                    <a:pt x="2019358" y="1440893"/>
                  </a:moveTo>
                  <a:lnTo>
                    <a:pt x="124460" y="1440893"/>
                  </a:lnTo>
                  <a:cubicBezTo>
                    <a:pt x="55880" y="1440893"/>
                    <a:pt x="0" y="1385014"/>
                    <a:pt x="0" y="1316433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2019359" y="0"/>
                  </a:lnTo>
                  <a:cubicBezTo>
                    <a:pt x="2087938" y="0"/>
                    <a:pt x="2143819" y="55880"/>
                    <a:pt x="2143819" y="124460"/>
                  </a:cubicBezTo>
                  <a:lnTo>
                    <a:pt x="2143819" y="1316434"/>
                  </a:lnTo>
                  <a:cubicBezTo>
                    <a:pt x="2143819" y="1385014"/>
                    <a:pt x="2087938" y="1440894"/>
                    <a:pt x="2019359" y="1440894"/>
                  </a:cubicBezTo>
                  <a:close/>
                </a:path>
              </a:pathLst>
            </a:custGeom>
            <a:solidFill>
              <a:srgbClr val="F8F8F8"/>
            </a:solid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9645226" y="6175719"/>
            <a:ext cx="2297892" cy="1544449"/>
            <a:chOff x="0" y="0"/>
            <a:chExt cx="2143818" cy="1440893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2143819" cy="1440894"/>
            </a:xfrm>
            <a:custGeom>
              <a:avLst/>
              <a:gdLst/>
              <a:ahLst/>
              <a:cxnLst/>
              <a:rect r="r" b="b" t="t" l="l"/>
              <a:pathLst>
                <a:path h="1440894" w="2143819">
                  <a:moveTo>
                    <a:pt x="2019358" y="1440893"/>
                  </a:moveTo>
                  <a:lnTo>
                    <a:pt x="124460" y="1440893"/>
                  </a:lnTo>
                  <a:cubicBezTo>
                    <a:pt x="55880" y="1440893"/>
                    <a:pt x="0" y="1385014"/>
                    <a:pt x="0" y="1316433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2019359" y="0"/>
                  </a:lnTo>
                  <a:cubicBezTo>
                    <a:pt x="2087938" y="0"/>
                    <a:pt x="2143819" y="55880"/>
                    <a:pt x="2143819" y="124460"/>
                  </a:cubicBezTo>
                  <a:lnTo>
                    <a:pt x="2143819" y="1316434"/>
                  </a:lnTo>
                  <a:cubicBezTo>
                    <a:pt x="2143819" y="1385014"/>
                    <a:pt x="2087938" y="1440894"/>
                    <a:pt x="2019359" y="1440894"/>
                  </a:cubicBezTo>
                  <a:close/>
                </a:path>
              </a:pathLst>
            </a:custGeom>
            <a:solidFill>
              <a:srgbClr val="F8F8F8"/>
            </a:solid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9645226" y="7935290"/>
            <a:ext cx="2297892" cy="1544449"/>
            <a:chOff x="0" y="0"/>
            <a:chExt cx="2143818" cy="1440893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2143819" cy="1440894"/>
            </a:xfrm>
            <a:custGeom>
              <a:avLst/>
              <a:gdLst/>
              <a:ahLst/>
              <a:cxnLst/>
              <a:rect r="r" b="b" t="t" l="l"/>
              <a:pathLst>
                <a:path h="1440894" w="2143819">
                  <a:moveTo>
                    <a:pt x="2019358" y="1440893"/>
                  </a:moveTo>
                  <a:lnTo>
                    <a:pt x="124460" y="1440893"/>
                  </a:lnTo>
                  <a:cubicBezTo>
                    <a:pt x="55880" y="1440893"/>
                    <a:pt x="0" y="1385014"/>
                    <a:pt x="0" y="1316433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2019359" y="0"/>
                  </a:lnTo>
                  <a:cubicBezTo>
                    <a:pt x="2087938" y="0"/>
                    <a:pt x="2143819" y="55880"/>
                    <a:pt x="2143819" y="124460"/>
                  </a:cubicBezTo>
                  <a:lnTo>
                    <a:pt x="2143819" y="1316434"/>
                  </a:lnTo>
                  <a:cubicBezTo>
                    <a:pt x="2143819" y="1385014"/>
                    <a:pt x="2087938" y="1440894"/>
                    <a:pt x="2019359" y="1440894"/>
                  </a:cubicBezTo>
                  <a:close/>
                </a:path>
              </a:pathLst>
            </a:custGeom>
            <a:solidFill>
              <a:srgbClr val="F8F8F8"/>
            </a:solid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12572000" y="4416148"/>
            <a:ext cx="2297892" cy="1544449"/>
            <a:chOff x="0" y="0"/>
            <a:chExt cx="2143818" cy="1440893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2143819" cy="1440894"/>
            </a:xfrm>
            <a:custGeom>
              <a:avLst/>
              <a:gdLst/>
              <a:ahLst/>
              <a:cxnLst/>
              <a:rect r="r" b="b" t="t" l="l"/>
              <a:pathLst>
                <a:path h="1440894" w="2143819">
                  <a:moveTo>
                    <a:pt x="2019358" y="1440893"/>
                  </a:moveTo>
                  <a:lnTo>
                    <a:pt x="124460" y="1440893"/>
                  </a:lnTo>
                  <a:cubicBezTo>
                    <a:pt x="55880" y="1440893"/>
                    <a:pt x="0" y="1385014"/>
                    <a:pt x="0" y="1316433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2019359" y="0"/>
                  </a:lnTo>
                  <a:cubicBezTo>
                    <a:pt x="2087938" y="0"/>
                    <a:pt x="2143819" y="55880"/>
                    <a:pt x="2143819" y="124460"/>
                  </a:cubicBezTo>
                  <a:lnTo>
                    <a:pt x="2143819" y="1316434"/>
                  </a:lnTo>
                  <a:cubicBezTo>
                    <a:pt x="2143819" y="1385014"/>
                    <a:pt x="2087938" y="1440894"/>
                    <a:pt x="2019359" y="1440894"/>
                  </a:cubicBezTo>
                  <a:close/>
                </a:path>
              </a:pathLst>
            </a:custGeom>
            <a:solidFill>
              <a:srgbClr val="F8F8F8"/>
            </a:solid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12572000" y="6175719"/>
            <a:ext cx="2297892" cy="1544449"/>
            <a:chOff x="0" y="0"/>
            <a:chExt cx="2143818" cy="1440893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2143819" cy="1440894"/>
            </a:xfrm>
            <a:custGeom>
              <a:avLst/>
              <a:gdLst/>
              <a:ahLst/>
              <a:cxnLst/>
              <a:rect r="r" b="b" t="t" l="l"/>
              <a:pathLst>
                <a:path h="1440894" w="2143819">
                  <a:moveTo>
                    <a:pt x="2019358" y="1440893"/>
                  </a:moveTo>
                  <a:lnTo>
                    <a:pt x="124460" y="1440893"/>
                  </a:lnTo>
                  <a:cubicBezTo>
                    <a:pt x="55880" y="1440893"/>
                    <a:pt x="0" y="1385014"/>
                    <a:pt x="0" y="1316433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2019359" y="0"/>
                  </a:lnTo>
                  <a:cubicBezTo>
                    <a:pt x="2087938" y="0"/>
                    <a:pt x="2143819" y="55880"/>
                    <a:pt x="2143819" y="124460"/>
                  </a:cubicBezTo>
                  <a:lnTo>
                    <a:pt x="2143819" y="1316434"/>
                  </a:lnTo>
                  <a:cubicBezTo>
                    <a:pt x="2143819" y="1385014"/>
                    <a:pt x="2087938" y="1440894"/>
                    <a:pt x="2019359" y="1440894"/>
                  </a:cubicBezTo>
                  <a:close/>
                </a:path>
              </a:pathLst>
            </a:custGeom>
            <a:solidFill>
              <a:srgbClr val="F8F8F8"/>
            </a:solidFill>
          </p:spPr>
        </p:sp>
      </p:grpSp>
      <p:grpSp>
        <p:nvGrpSpPr>
          <p:cNvPr name="Group 46" id="46"/>
          <p:cNvGrpSpPr/>
          <p:nvPr/>
        </p:nvGrpSpPr>
        <p:grpSpPr>
          <a:xfrm rot="0">
            <a:off x="12572000" y="7935290"/>
            <a:ext cx="2297892" cy="1544449"/>
            <a:chOff x="0" y="0"/>
            <a:chExt cx="2143818" cy="1440893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2143819" cy="1440894"/>
            </a:xfrm>
            <a:custGeom>
              <a:avLst/>
              <a:gdLst/>
              <a:ahLst/>
              <a:cxnLst/>
              <a:rect r="r" b="b" t="t" l="l"/>
              <a:pathLst>
                <a:path h="1440894" w="2143819">
                  <a:moveTo>
                    <a:pt x="2019358" y="1440893"/>
                  </a:moveTo>
                  <a:lnTo>
                    <a:pt x="124460" y="1440893"/>
                  </a:lnTo>
                  <a:cubicBezTo>
                    <a:pt x="55880" y="1440893"/>
                    <a:pt x="0" y="1385014"/>
                    <a:pt x="0" y="1316433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2019359" y="0"/>
                  </a:lnTo>
                  <a:cubicBezTo>
                    <a:pt x="2087938" y="0"/>
                    <a:pt x="2143819" y="55880"/>
                    <a:pt x="2143819" y="124460"/>
                  </a:cubicBezTo>
                  <a:lnTo>
                    <a:pt x="2143819" y="1316434"/>
                  </a:lnTo>
                  <a:cubicBezTo>
                    <a:pt x="2143819" y="1385014"/>
                    <a:pt x="2087938" y="1440894"/>
                    <a:pt x="2019359" y="1440894"/>
                  </a:cubicBezTo>
                  <a:close/>
                </a:path>
              </a:pathLst>
            </a:custGeom>
            <a:solidFill>
              <a:srgbClr val="F8F8F8"/>
            </a:solidFill>
          </p:spPr>
        </p:sp>
      </p:grpSp>
      <p:grpSp>
        <p:nvGrpSpPr>
          <p:cNvPr name="Group 48" id="48"/>
          <p:cNvGrpSpPr/>
          <p:nvPr/>
        </p:nvGrpSpPr>
        <p:grpSpPr>
          <a:xfrm rot="0">
            <a:off x="15516086" y="4416148"/>
            <a:ext cx="2297892" cy="1544449"/>
            <a:chOff x="0" y="0"/>
            <a:chExt cx="2143818" cy="1440893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2143819" cy="1440894"/>
            </a:xfrm>
            <a:custGeom>
              <a:avLst/>
              <a:gdLst/>
              <a:ahLst/>
              <a:cxnLst/>
              <a:rect r="r" b="b" t="t" l="l"/>
              <a:pathLst>
                <a:path h="1440894" w="2143819">
                  <a:moveTo>
                    <a:pt x="2019358" y="1440893"/>
                  </a:moveTo>
                  <a:lnTo>
                    <a:pt x="124460" y="1440893"/>
                  </a:lnTo>
                  <a:cubicBezTo>
                    <a:pt x="55880" y="1440893"/>
                    <a:pt x="0" y="1385014"/>
                    <a:pt x="0" y="1316433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2019359" y="0"/>
                  </a:lnTo>
                  <a:cubicBezTo>
                    <a:pt x="2087938" y="0"/>
                    <a:pt x="2143819" y="55880"/>
                    <a:pt x="2143819" y="124460"/>
                  </a:cubicBezTo>
                  <a:lnTo>
                    <a:pt x="2143819" y="1316434"/>
                  </a:lnTo>
                  <a:cubicBezTo>
                    <a:pt x="2143819" y="1385014"/>
                    <a:pt x="2087938" y="1440894"/>
                    <a:pt x="2019359" y="1440894"/>
                  </a:cubicBezTo>
                  <a:close/>
                </a:path>
              </a:pathLst>
            </a:custGeom>
            <a:solidFill>
              <a:srgbClr val="F8F8F8"/>
            </a:solidFill>
          </p:spPr>
        </p:sp>
      </p:grpSp>
      <p:grpSp>
        <p:nvGrpSpPr>
          <p:cNvPr name="Group 50" id="50"/>
          <p:cNvGrpSpPr/>
          <p:nvPr/>
        </p:nvGrpSpPr>
        <p:grpSpPr>
          <a:xfrm rot="0">
            <a:off x="15516086" y="6175719"/>
            <a:ext cx="2297892" cy="1544449"/>
            <a:chOff x="0" y="0"/>
            <a:chExt cx="2143818" cy="1440893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2143819" cy="1440894"/>
            </a:xfrm>
            <a:custGeom>
              <a:avLst/>
              <a:gdLst/>
              <a:ahLst/>
              <a:cxnLst/>
              <a:rect r="r" b="b" t="t" l="l"/>
              <a:pathLst>
                <a:path h="1440894" w="2143819">
                  <a:moveTo>
                    <a:pt x="2019358" y="1440893"/>
                  </a:moveTo>
                  <a:lnTo>
                    <a:pt x="124460" y="1440893"/>
                  </a:lnTo>
                  <a:cubicBezTo>
                    <a:pt x="55880" y="1440893"/>
                    <a:pt x="0" y="1385014"/>
                    <a:pt x="0" y="1316433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2019359" y="0"/>
                  </a:lnTo>
                  <a:cubicBezTo>
                    <a:pt x="2087938" y="0"/>
                    <a:pt x="2143819" y="55880"/>
                    <a:pt x="2143819" y="124460"/>
                  </a:cubicBezTo>
                  <a:lnTo>
                    <a:pt x="2143819" y="1316434"/>
                  </a:lnTo>
                  <a:cubicBezTo>
                    <a:pt x="2143819" y="1385014"/>
                    <a:pt x="2087938" y="1440894"/>
                    <a:pt x="2019359" y="1440894"/>
                  </a:cubicBezTo>
                  <a:close/>
                </a:path>
              </a:pathLst>
            </a:custGeom>
            <a:solidFill>
              <a:srgbClr val="F8F8F8"/>
            </a:solidFill>
          </p:spPr>
        </p:sp>
      </p:grpSp>
      <p:grpSp>
        <p:nvGrpSpPr>
          <p:cNvPr name="Group 52" id="52"/>
          <p:cNvGrpSpPr/>
          <p:nvPr/>
        </p:nvGrpSpPr>
        <p:grpSpPr>
          <a:xfrm rot="0">
            <a:off x="15516086" y="7935290"/>
            <a:ext cx="2297892" cy="1544449"/>
            <a:chOff x="0" y="0"/>
            <a:chExt cx="2143818" cy="1440893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2143819" cy="1440894"/>
            </a:xfrm>
            <a:custGeom>
              <a:avLst/>
              <a:gdLst/>
              <a:ahLst/>
              <a:cxnLst/>
              <a:rect r="r" b="b" t="t" l="l"/>
              <a:pathLst>
                <a:path h="1440894" w="2143819">
                  <a:moveTo>
                    <a:pt x="2019358" y="1440893"/>
                  </a:moveTo>
                  <a:lnTo>
                    <a:pt x="124460" y="1440893"/>
                  </a:lnTo>
                  <a:cubicBezTo>
                    <a:pt x="55880" y="1440893"/>
                    <a:pt x="0" y="1385014"/>
                    <a:pt x="0" y="1316433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2019359" y="0"/>
                  </a:lnTo>
                  <a:cubicBezTo>
                    <a:pt x="2087938" y="0"/>
                    <a:pt x="2143819" y="55880"/>
                    <a:pt x="2143819" y="124460"/>
                  </a:cubicBezTo>
                  <a:lnTo>
                    <a:pt x="2143819" y="1316434"/>
                  </a:lnTo>
                  <a:cubicBezTo>
                    <a:pt x="2143819" y="1385014"/>
                    <a:pt x="2087938" y="1440894"/>
                    <a:pt x="2019359" y="1440894"/>
                  </a:cubicBezTo>
                  <a:close/>
                </a:path>
              </a:pathLst>
            </a:custGeom>
            <a:solidFill>
              <a:srgbClr val="F8F8F8"/>
            </a:solidFill>
          </p:spPr>
        </p:sp>
      </p:grpSp>
      <p:sp>
        <p:nvSpPr>
          <p:cNvPr name="TextBox 54" id="54"/>
          <p:cNvSpPr txBox="true"/>
          <p:nvPr/>
        </p:nvSpPr>
        <p:spPr>
          <a:xfrm rot="0">
            <a:off x="7035814" y="5033432"/>
            <a:ext cx="1663169" cy="2527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19"/>
              </a:lnSpc>
            </a:pPr>
            <a:r>
              <a:rPr lang="en-US" b="true" sz="1299" u="none">
                <a:solidFill>
                  <a:srgbClr val="393939"/>
                </a:solidFill>
                <a:latin typeface="Horizon"/>
                <a:ea typeface="Horizon"/>
                <a:cs typeface="Horizon"/>
                <a:sym typeface="Horizon"/>
              </a:rPr>
              <a:t>Write here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7035814" y="6793003"/>
            <a:ext cx="1663169" cy="2527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19"/>
              </a:lnSpc>
            </a:pPr>
            <a:r>
              <a:rPr lang="en-US" b="true" sz="1299" u="none">
                <a:solidFill>
                  <a:srgbClr val="393939"/>
                </a:solidFill>
                <a:latin typeface="Horizon"/>
                <a:ea typeface="Horizon"/>
                <a:cs typeface="Horizon"/>
                <a:sym typeface="Horizon"/>
              </a:rPr>
              <a:t>Write here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7035814" y="8552575"/>
            <a:ext cx="1663169" cy="2527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19"/>
              </a:lnSpc>
            </a:pPr>
            <a:r>
              <a:rPr lang="en-US" b="true" sz="1299" u="none">
                <a:solidFill>
                  <a:srgbClr val="393939"/>
                </a:solidFill>
                <a:latin typeface="Horizon"/>
                <a:ea typeface="Horizon"/>
                <a:cs typeface="Horizon"/>
                <a:sym typeface="Horizon"/>
              </a:rPr>
              <a:t>Write here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9962587" y="5033432"/>
            <a:ext cx="1663169" cy="2527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19"/>
              </a:lnSpc>
            </a:pPr>
            <a:r>
              <a:rPr lang="en-US" b="true" sz="1299" u="none">
                <a:solidFill>
                  <a:srgbClr val="393939"/>
                </a:solidFill>
                <a:latin typeface="Horizon"/>
                <a:ea typeface="Horizon"/>
                <a:cs typeface="Horizon"/>
                <a:sym typeface="Horizon"/>
              </a:rPr>
              <a:t>Write here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9962587" y="6793003"/>
            <a:ext cx="1663169" cy="2527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19"/>
              </a:lnSpc>
            </a:pPr>
            <a:r>
              <a:rPr lang="en-US" b="true" sz="1299" u="none">
                <a:solidFill>
                  <a:srgbClr val="393939"/>
                </a:solidFill>
                <a:latin typeface="Horizon"/>
                <a:ea typeface="Horizon"/>
                <a:cs typeface="Horizon"/>
                <a:sym typeface="Horizon"/>
              </a:rPr>
              <a:t>Write here</a:t>
            </a:r>
          </a:p>
        </p:txBody>
      </p:sp>
      <p:sp>
        <p:nvSpPr>
          <p:cNvPr name="TextBox 59" id="59"/>
          <p:cNvSpPr txBox="true"/>
          <p:nvPr/>
        </p:nvSpPr>
        <p:spPr>
          <a:xfrm rot="0">
            <a:off x="9962587" y="8552575"/>
            <a:ext cx="1663169" cy="2527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19"/>
              </a:lnSpc>
            </a:pPr>
            <a:r>
              <a:rPr lang="en-US" b="true" sz="1299" u="none">
                <a:solidFill>
                  <a:srgbClr val="393939"/>
                </a:solidFill>
                <a:latin typeface="Horizon"/>
                <a:ea typeface="Horizon"/>
                <a:cs typeface="Horizon"/>
                <a:sym typeface="Horizon"/>
              </a:rPr>
              <a:t>Write here</a:t>
            </a:r>
          </a:p>
        </p:txBody>
      </p:sp>
      <p:sp>
        <p:nvSpPr>
          <p:cNvPr name="TextBox 60" id="60"/>
          <p:cNvSpPr txBox="true"/>
          <p:nvPr/>
        </p:nvSpPr>
        <p:spPr>
          <a:xfrm rot="0">
            <a:off x="12889361" y="5033432"/>
            <a:ext cx="1663169" cy="2527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19"/>
              </a:lnSpc>
            </a:pPr>
            <a:r>
              <a:rPr lang="en-US" b="true" sz="1299" u="none">
                <a:solidFill>
                  <a:srgbClr val="393939"/>
                </a:solidFill>
                <a:latin typeface="Horizon"/>
                <a:ea typeface="Horizon"/>
                <a:cs typeface="Horizon"/>
                <a:sym typeface="Horizon"/>
              </a:rPr>
              <a:t>Write here</a:t>
            </a:r>
          </a:p>
        </p:txBody>
      </p:sp>
      <p:sp>
        <p:nvSpPr>
          <p:cNvPr name="TextBox 61" id="61"/>
          <p:cNvSpPr txBox="true"/>
          <p:nvPr/>
        </p:nvSpPr>
        <p:spPr>
          <a:xfrm rot="0">
            <a:off x="12889361" y="6793003"/>
            <a:ext cx="1663169" cy="2527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19"/>
              </a:lnSpc>
            </a:pPr>
            <a:r>
              <a:rPr lang="en-US" b="true" sz="1299" u="none">
                <a:solidFill>
                  <a:srgbClr val="393939"/>
                </a:solidFill>
                <a:latin typeface="Horizon"/>
                <a:ea typeface="Horizon"/>
                <a:cs typeface="Horizon"/>
                <a:sym typeface="Horizon"/>
              </a:rPr>
              <a:t>Write here</a:t>
            </a:r>
          </a:p>
        </p:txBody>
      </p:sp>
      <p:sp>
        <p:nvSpPr>
          <p:cNvPr name="TextBox 62" id="62"/>
          <p:cNvSpPr txBox="true"/>
          <p:nvPr/>
        </p:nvSpPr>
        <p:spPr>
          <a:xfrm rot="0">
            <a:off x="12889361" y="8552575"/>
            <a:ext cx="1663169" cy="2527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19"/>
              </a:lnSpc>
            </a:pPr>
            <a:r>
              <a:rPr lang="en-US" b="true" sz="1299" u="none">
                <a:solidFill>
                  <a:srgbClr val="393939"/>
                </a:solidFill>
                <a:latin typeface="Horizon"/>
                <a:ea typeface="Horizon"/>
                <a:cs typeface="Horizon"/>
                <a:sym typeface="Horizon"/>
              </a:rPr>
              <a:t>Write here</a:t>
            </a:r>
          </a:p>
        </p:txBody>
      </p:sp>
      <p:sp>
        <p:nvSpPr>
          <p:cNvPr name="TextBox 63" id="63"/>
          <p:cNvSpPr txBox="true"/>
          <p:nvPr/>
        </p:nvSpPr>
        <p:spPr>
          <a:xfrm rot="0">
            <a:off x="15833448" y="5033432"/>
            <a:ext cx="1663169" cy="2527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19"/>
              </a:lnSpc>
            </a:pPr>
            <a:r>
              <a:rPr lang="en-US" b="true" sz="1299" u="none">
                <a:solidFill>
                  <a:srgbClr val="393939"/>
                </a:solidFill>
                <a:latin typeface="Horizon"/>
                <a:ea typeface="Horizon"/>
                <a:cs typeface="Horizon"/>
                <a:sym typeface="Horizon"/>
              </a:rPr>
              <a:t>Write here</a:t>
            </a:r>
          </a:p>
        </p:txBody>
      </p:sp>
      <p:sp>
        <p:nvSpPr>
          <p:cNvPr name="TextBox 64" id="64"/>
          <p:cNvSpPr txBox="true"/>
          <p:nvPr/>
        </p:nvSpPr>
        <p:spPr>
          <a:xfrm rot="0">
            <a:off x="15833448" y="6793003"/>
            <a:ext cx="1663169" cy="2527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19"/>
              </a:lnSpc>
            </a:pPr>
            <a:r>
              <a:rPr lang="en-US" b="true" sz="1299" u="none">
                <a:solidFill>
                  <a:srgbClr val="393939"/>
                </a:solidFill>
                <a:latin typeface="Horizon"/>
                <a:ea typeface="Horizon"/>
                <a:cs typeface="Horizon"/>
                <a:sym typeface="Horizon"/>
              </a:rPr>
              <a:t>Write here</a:t>
            </a:r>
          </a:p>
        </p:txBody>
      </p:sp>
      <p:sp>
        <p:nvSpPr>
          <p:cNvPr name="TextBox 65" id="65"/>
          <p:cNvSpPr txBox="true"/>
          <p:nvPr/>
        </p:nvSpPr>
        <p:spPr>
          <a:xfrm rot="0">
            <a:off x="15833448" y="8552575"/>
            <a:ext cx="1663169" cy="2527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19"/>
              </a:lnSpc>
            </a:pPr>
            <a:r>
              <a:rPr lang="en-US" b="true" sz="1299" u="none">
                <a:solidFill>
                  <a:srgbClr val="393939"/>
                </a:solidFill>
                <a:latin typeface="Horizon"/>
                <a:ea typeface="Horizon"/>
                <a:cs typeface="Horizon"/>
                <a:sym typeface="Horizon"/>
              </a:rPr>
              <a:t>Write here</a:t>
            </a:r>
          </a:p>
        </p:txBody>
      </p:sp>
      <p:sp>
        <p:nvSpPr>
          <p:cNvPr name="Freeform 66" id="66"/>
          <p:cNvSpPr/>
          <p:nvPr/>
        </p:nvSpPr>
        <p:spPr>
          <a:xfrm flipH="false" flipV="false" rot="0">
            <a:off x="6569040" y="5050548"/>
            <a:ext cx="314969" cy="280609"/>
          </a:xfrm>
          <a:custGeom>
            <a:avLst/>
            <a:gdLst/>
            <a:ahLst/>
            <a:cxnLst/>
            <a:rect r="r" b="b" t="t" l="l"/>
            <a:pathLst>
              <a:path h="280609" w="314969">
                <a:moveTo>
                  <a:pt x="0" y="0"/>
                </a:moveTo>
                <a:lnTo>
                  <a:pt x="314969" y="0"/>
                </a:lnTo>
                <a:lnTo>
                  <a:pt x="314969" y="280609"/>
                </a:lnTo>
                <a:lnTo>
                  <a:pt x="0" y="28060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7" id="67"/>
          <p:cNvSpPr/>
          <p:nvPr/>
        </p:nvSpPr>
        <p:spPr>
          <a:xfrm flipH="false" flipV="false" rot="0">
            <a:off x="6569040" y="6807639"/>
            <a:ext cx="314969" cy="280609"/>
          </a:xfrm>
          <a:custGeom>
            <a:avLst/>
            <a:gdLst/>
            <a:ahLst/>
            <a:cxnLst/>
            <a:rect r="r" b="b" t="t" l="l"/>
            <a:pathLst>
              <a:path h="280609" w="314969">
                <a:moveTo>
                  <a:pt x="0" y="0"/>
                </a:moveTo>
                <a:lnTo>
                  <a:pt x="314969" y="0"/>
                </a:lnTo>
                <a:lnTo>
                  <a:pt x="314969" y="280609"/>
                </a:lnTo>
                <a:lnTo>
                  <a:pt x="0" y="28060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8" id="68"/>
          <p:cNvSpPr/>
          <p:nvPr/>
        </p:nvSpPr>
        <p:spPr>
          <a:xfrm flipH="false" flipV="false" rot="0">
            <a:off x="6569040" y="8567210"/>
            <a:ext cx="314969" cy="280609"/>
          </a:xfrm>
          <a:custGeom>
            <a:avLst/>
            <a:gdLst/>
            <a:ahLst/>
            <a:cxnLst/>
            <a:rect r="r" b="b" t="t" l="l"/>
            <a:pathLst>
              <a:path h="280609" w="314969">
                <a:moveTo>
                  <a:pt x="0" y="0"/>
                </a:moveTo>
                <a:lnTo>
                  <a:pt x="314969" y="0"/>
                </a:lnTo>
                <a:lnTo>
                  <a:pt x="314969" y="280609"/>
                </a:lnTo>
                <a:lnTo>
                  <a:pt x="0" y="28060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9" id="69"/>
          <p:cNvSpPr/>
          <p:nvPr/>
        </p:nvSpPr>
        <p:spPr>
          <a:xfrm flipH="false" flipV="false" rot="0">
            <a:off x="9487741" y="5050548"/>
            <a:ext cx="314969" cy="280609"/>
          </a:xfrm>
          <a:custGeom>
            <a:avLst/>
            <a:gdLst/>
            <a:ahLst/>
            <a:cxnLst/>
            <a:rect r="r" b="b" t="t" l="l"/>
            <a:pathLst>
              <a:path h="280609" w="314969">
                <a:moveTo>
                  <a:pt x="0" y="0"/>
                </a:moveTo>
                <a:lnTo>
                  <a:pt x="314970" y="0"/>
                </a:lnTo>
                <a:lnTo>
                  <a:pt x="314970" y="280609"/>
                </a:lnTo>
                <a:lnTo>
                  <a:pt x="0" y="28060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0" id="70"/>
          <p:cNvSpPr/>
          <p:nvPr/>
        </p:nvSpPr>
        <p:spPr>
          <a:xfrm flipH="false" flipV="false" rot="0">
            <a:off x="9487741" y="6807639"/>
            <a:ext cx="314969" cy="280609"/>
          </a:xfrm>
          <a:custGeom>
            <a:avLst/>
            <a:gdLst/>
            <a:ahLst/>
            <a:cxnLst/>
            <a:rect r="r" b="b" t="t" l="l"/>
            <a:pathLst>
              <a:path h="280609" w="314969">
                <a:moveTo>
                  <a:pt x="0" y="0"/>
                </a:moveTo>
                <a:lnTo>
                  <a:pt x="314970" y="0"/>
                </a:lnTo>
                <a:lnTo>
                  <a:pt x="314970" y="280609"/>
                </a:lnTo>
                <a:lnTo>
                  <a:pt x="0" y="28060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1" id="71"/>
          <p:cNvSpPr/>
          <p:nvPr/>
        </p:nvSpPr>
        <p:spPr>
          <a:xfrm flipH="false" flipV="false" rot="0">
            <a:off x="9487741" y="8567210"/>
            <a:ext cx="314969" cy="280609"/>
          </a:xfrm>
          <a:custGeom>
            <a:avLst/>
            <a:gdLst/>
            <a:ahLst/>
            <a:cxnLst/>
            <a:rect r="r" b="b" t="t" l="l"/>
            <a:pathLst>
              <a:path h="280609" w="314969">
                <a:moveTo>
                  <a:pt x="0" y="0"/>
                </a:moveTo>
                <a:lnTo>
                  <a:pt x="314970" y="0"/>
                </a:lnTo>
                <a:lnTo>
                  <a:pt x="314970" y="280609"/>
                </a:lnTo>
                <a:lnTo>
                  <a:pt x="0" y="28060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2" id="72"/>
          <p:cNvSpPr/>
          <p:nvPr/>
        </p:nvSpPr>
        <p:spPr>
          <a:xfrm flipH="false" flipV="false" rot="0">
            <a:off x="12414515" y="5050548"/>
            <a:ext cx="314969" cy="280609"/>
          </a:xfrm>
          <a:custGeom>
            <a:avLst/>
            <a:gdLst/>
            <a:ahLst/>
            <a:cxnLst/>
            <a:rect r="r" b="b" t="t" l="l"/>
            <a:pathLst>
              <a:path h="280609" w="314969">
                <a:moveTo>
                  <a:pt x="0" y="0"/>
                </a:moveTo>
                <a:lnTo>
                  <a:pt x="314969" y="0"/>
                </a:lnTo>
                <a:lnTo>
                  <a:pt x="314969" y="280609"/>
                </a:lnTo>
                <a:lnTo>
                  <a:pt x="0" y="28060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3" id="73"/>
          <p:cNvSpPr/>
          <p:nvPr/>
        </p:nvSpPr>
        <p:spPr>
          <a:xfrm flipH="false" flipV="false" rot="0">
            <a:off x="12414515" y="6807639"/>
            <a:ext cx="314969" cy="280609"/>
          </a:xfrm>
          <a:custGeom>
            <a:avLst/>
            <a:gdLst/>
            <a:ahLst/>
            <a:cxnLst/>
            <a:rect r="r" b="b" t="t" l="l"/>
            <a:pathLst>
              <a:path h="280609" w="314969">
                <a:moveTo>
                  <a:pt x="0" y="0"/>
                </a:moveTo>
                <a:lnTo>
                  <a:pt x="314969" y="0"/>
                </a:lnTo>
                <a:lnTo>
                  <a:pt x="314969" y="280609"/>
                </a:lnTo>
                <a:lnTo>
                  <a:pt x="0" y="28060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4" id="74"/>
          <p:cNvSpPr/>
          <p:nvPr/>
        </p:nvSpPr>
        <p:spPr>
          <a:xfrm flipH="false" flipV="false" rot="0">
            <a:off x="12414515" y="8567210"/>
            <a:ext cx="314969" cy="280609"/>
          </a:xfrm>
          <a:custGeom>
            <a:avLst/>
            <a:gdLst/>
            <a:ahLst/>
            <a:cxnLst/>
            <a:rect r="r" b="b" t="t" l="l"/>
            <a:pathLst>
              <a:path h="280609" w="314969">
                <a:moveTo>
                  <a:pt x="0" y="0"/>
                </a:moveTo>
                <a:lnTo>
                  <a:pt x="314969" y="0"/>
                </a:lnTo>
                <a:lnTo>
                  <a:pt x="314969" y="280609"/>
                </a:lnTo>
                <a:lnTo>
                  <a:pt x="0" y="28060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5" id="75"/>
          <p:cNvSpPr/>
          <p:nvPr/>
        </p:nvSpPr>
        <p:spPr>
          <a:xfrm flipH="false" flipV="false" rot="0">
            <a:off x="15358602" y="5050548"/>
            <a:ext cx="314969" cy="280609"/>
          </a:xfrm>
          <a:custGeom>
            <a:avLst/>
            <a:gdLst/>
            <a:ahLst/>
            <a:cxnLst/>
            <a:rect r="r" b="b" t="t" l="l"/>
            <a:pathLst>
              <a:path h="280609" w="314969">
                <a:moveTo>
                  <a:pt x="0" y="0"/>
                </a:moveTo>
                <a:lnTo>
                  <a:pt x="314969" y="0"/>
                </a:lnTo>
                <a:lnTo>
                  <a:pt x="314969" y="280609"/>
                </a:lnTo>
                <a:lnTo>
                  <a:pt x="0" y="280609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6" id="76"/>
          <p:cNvSpPr/>
          <p:nvPr/>
        </p:nvSpPr>
        <p:spPr>
          <a:xfrm flipH="false" flipV="false" rot="0">
            <a:off x="15358602" y="6807639"/>
            <a:ext cx="314969" cy="280609"/>
          </a:xfrm>
          <a:custGeom>
            <a:avLst/>
            <a:gdLst/>
            <a:ahLst/>
            <a:cxnLst/>
            <a:rect r="r" b="b" t="t" l="l"/>
            <a:pathLst>
              <a:path h="280609" w="314969">
                <a:moveTo>
                  <a:pt x="0" y="0"/>
                </a:moveTo>
                <a:lnTo>
                  <a:pt x="314969" y="0"/>
                </a:lnTo>
                <a:lnTo>
                  <a:pt x="314969" y="280609"/>
                </a:lnTo>
                <a:lnTo>
                  <a:pt x="0" y="280609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7" id="77"/>
          <p:cNvSpPr/>
          <p:nvPr/>
        </p:nvSpPr>
        <p:spPr>
          <a:xfrm flipH="false" flipV="false" rot="0">
            <a:off x="15358602" y="8567210"/>
            <a:ext cx="314969" cy="280609"/>
          </a:xfrm>
          <a:custGeom>
            <a:avLst/>
            <a:gdLst/>
            <a:ahLst/>
            <a:cxnLst/>
            <a:rect r="r" b="b" t="t" l="l"/>
            <a:pathLst>
              <a:path h="280609" w="314969">
                <a:moveTo>
                  <a:pt x="0" y="0"/>
                </a:moveTo>
                <a:lnTo>
                  <a:pt x="314969" y="0"/>
                </a:lnTo>
                <a:lnTo>
                  <a:pt x="314969" y="280609"/>
                </a:lnTo>
                <a:lnTo>
                  <a:pt x="0" y="280609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8" id="78"/>
          <p:cNvSpPr txBox="true"/>
          <p:nvPr/>
        </p:nvSpPr>
        <p:spPr>
          <a:xfrm rot="0">
            <a:off x="682646" y="2778616"/>
            <a:ext cx="2785095" cy="4369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22"/>
              </a:lnSpc>
              <a:spcBef>
                <a:spcPct val="0"/>
              </a:spcBef>
            </a:pPr>
            <a:r>
              <a:rPr lang="en-US" sz="2281">
                <a:solidFill>
                  <a:srgbClr val="FFFFFF"/>
                </a:solidFill>
                <a:latin typeface="Horizon"/>
                <a:ea typeface="Horizon"/>
                <a:cs typeface="Horizon"/>
                <a:sym typeface="Horizon"/>
              </a:rPr>
              <a:t>Team Name</a:t>
            </a:r>
          </a:p>
        </p:txBody>
      </p:sp>
      <p:grpSp>
        <p:nvGrpSpPr>
          <p:cNvPr name="Group 79" id="79"/>
          <p:cNvGrpSpPr>
            <a:grpSpLocks noChangeAspect="true"/>
          </p:cNvGrpSpPr>
          <p:nvPr/>
        </p:nvGrpSpPr>
        <p:grpSpPr>
          <a:xfrm rot="0">
            <a:off x="4555606" y="3273481"/>
            <a:ext cx="854379" cy="854379"/>
            <a:chOff x="0" y="0"/>
            <a:chExt cx="6350000" cy="6350000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655320" y="655320"/>
              <a:ext cx="5039360" cy="5039360"/>
            </a:xfrm>
            <a:custGeom>
              <a:avLst/>
              <a:gdLst/>
              <a:ahLst/>
              <a:cxnLst/>
              <a:rect r="r" b="b" t="t" l="l"/>
              <a:pathLst>
                <a:path h="5039360" w="5039360">
                  <a:moveTo>
                    <a:pt x="2519680" y="0"/>
                  </a:moveTo>
                  <a:cubicBezTo>
                    <a:pt x="1127760" y="0"/>
                    <a:pt x="0" y="1127760"/>
                    <a:pt x="0" y="2519680"/>
                  </a:cubicBezTo>
                  <a:cubicBezTo>
                    <a:pt x="0" y="3911600"/>
                    <a:pt x="1127760" y="5039360"/>
                    <a:pt x="2519680" y="5039360"/>
                  </a:cubicBezTo>
                  <a:cubicBezTo>
                    <a:pt x="3911600" y="5039360"/>
                    <a:pt x="5039360" y="3911600"/>
                    <a:pt x="5039360" y="2519680"/>
                  </a:cubicBezTo>
                  <a:cubicBezTo>
                    <a:pt x="5039360" y="1127760"/>
                    <a:pt x="3911600" y="0"/>
                    <a:pt x="2519680" y="0"/>
                  </a:cubicBezTo>
                  <a:close/>
                </a:path>
              </a:pathLst>
            </a:custGeom>
            <a:blipFill>
              <a:blip r:embed="rId12"/>
              <a:stretch>
                <a:fillRect l="-111672" t="-13004" r="-111672" b="-13004"/>
              </a:stretch>
            </a:blipFill>
          </p:spPr>
        </p:sp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3670" y="0"/>
                    <a:pt x="0" y="1424940"/>
                    <a:pt x="0" y="3175000"/>
                  </a:cubicBezTo>
                  <a:cubicBezTo>
                    <a:pt x="0" y="4925060"/>
                    <a:pt x="1423670" y="6350000"/>
                    <a:pt x="3175000" y="6350000"/>
                  </a:cubicBezTo>
                  <a:cubicBezTo>
                    <a:pt x="4925060" y="6350000"/>
                    <a:pt x="6350000" y="4926330"/>
                    <a:pt x="6350000" y="3175000"/>
                  </a:cubicBezTo>
                  <a:cubicBezTo>
                    <a:pt x="6350000" y="1424940"/>
                    <a:pt x="4926330" y="0"/>
                    <a:pt x="3175000" y="0"/>
                  </a:cubicBezTo>
                  <a:close/>
                  <a:moveTo>
                    <a:pt x="3175000" y="5833110"/>
                  </a:moveTo>
                  <a:cubicBezTo>
                    <a:pt x="1709420" y="5833110"/>
                    <a:pt x="516890" y="4640580"/>
                    <a:pt x="516890" y="3175000"/>
                  </a:cubicBezTo>
                  <a:cubicBezTo>
                    <a:pt x="516890" y="1709420"/>
                    <a:pt x="1709420" y="516890"/>
                    <a:pt x="3175000" y="516890"/>
                  </a:cubicBezTo>
                  <a:cubicBezTo>
                    <a:pt x="4640580" y="516890"/>
                    <a:pt x="5833110" y="1709420"/>
                    <a:pt x="5833110" y="3175000"/>
                  </a:cubicBezTo>
                  <a:cubicBezTo>
                    <a:pt x="5833110" y="4640580"/>
                    <a:pt x="4640580" y="5833110"/>
                    <a:pt x="3175000" y="583311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82" id="82"/>
          <p:cNvGrpSpPr>
            <a:grpSpLocks noChangeAspect="true"/>
          </p:cNvGrpSpPr>
          <p:nvPr/>
        </p:nvGrpSpPr>
        <p:grpSpPr>
          <a:xfrm rot="0">
            <a:off x="10366982" y="3273481"/>
            <a:ext cx="854379" cy="854379"/>
            <a:chOff x="0" y="0"/>
            <a:chExt cx="6350000" cy="6350000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655320" y="655320"/>
              <a:ext cx="5039360" cy="5039360"/>
            </a:xfrm>
            <a:custGeom>
              <a:avLst/>
              <a:gdLst/>
              <a:ahLst/>
              <a:cxnLst/>
              <a:rect r="r" b="b" t="t" l="l"/>
              <a:pathLst>
                <a:path h="5039360" w="5039360">
                  <a:moveTo>
                    <a:pt x="2519680" y="0"/>
                  </a:moveTo>
                  <a:cubicBezTo>
                    <a:pt x="1127760" y="0"/>
                    <a:pt x="0" y="1127760"/>
                    <a:pt x="0" y="2519680"/>
                  </a:cubicBezTo>
                  <a:cubicBezTo>
                    <a:pt x="0" y="3911600"/>
                    <a:pt x="1127760" y="5039360"/>
                    <a:pt x="2519680" y="5039360"/>
                  </a:cubicBezTo>
                  <a:cubicBezTo>
                    <a:pt x="3911600" y="5039360"/>
                    <a:pt x="5039360" y="3911600"/>
                    <a:pt x="5039360" y="2519680"/>
                  </a:cubicBezTo>
                  <a:cubicBezTo>
                    <a:pt x="5039360" y="1127760"/>
                    <a:pt x="3911600" y="0"/>
                    <a:pt x="2519680" y="0"/>
                  </a:cubicBezTo>
                  <a:close/>
                </a:path>
              </a:pathLst>
            </a:custGeom>
            <a:blipFill>
              <a:blip r:embed="rId12"/>
              <a:stretch>
                <a:fillRect l="-111672" t="-13004" r="-111672" b="-13004"/>
              </a:stretch>
            </a:blipFill>
          </p:spPr>
        </p:sp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3670" y="0"/>
                    <a:pt x="0" y="1424940"/>
                    <a:pt x="0" y="3175000"/>
                  </a:cubicBezTo>
                  <a:cubicBezTo>
                    <a:pt x="0" y="4925060"/>
                    <a:pt x="1423670" y="6350000"/>
                    <a:pt x="3175000" y="6350000"/>
                  </a:cubicBezTo>
                  <a:cubicBezTo>
                    <a:pt x="4925060" y="6350000"/>
                    <a:pt x="6350000" y="4926330"/>
                    <a:pt x="6350000" y="3175000"/>
                  </a:cubicBezTo>
                  <a:cubicBezTo>
                    <a:pt x="6350000" y="1424940"/>
                    <a:pt x="4926330" y="0"/>
                    <a:pt x="3175000" y="0"/>
                  </a:cubicBezTo>
                  <a:close/>
                  <a:moveTo>
                    <a:pt x="3175000" y="5833110"/>
                  </a:moveTo>
                  <a:cubicBezTo>
                    <a:pt x="1709420" y="5833110"/>
                    <a:pt x="516890" y="4640580"/>
                    <a:pt x="516890" y="3175000"/>
                  </a:cubicBezTo>
                  <a:cubicBezTo>
                    <a:pt x="516890" y="1709420"/>
                    <a:pt x="1709420" y="516890"/>
                    <a:pt x="3175000" y="516890"/>
                  </a:cubicBezTo>
                  <a:cubicBezTo>
                    <a:pt x="4640580" y="516890"/>
                    <a:pt x="5833110" y="1709420"/>
                    <a:pt x="5833110" y="3175000"/>
                  </a:cubicBezTo>
                  <a:cubicBezTo>
                    <a:pt x="5833110" y="4640580"/>
                    <a:pt x="4640580" y="5833110"/>
                    <a:pt x="3175000" y="583311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85" id="85"/>
          <p:cNvGrpSpPr>
            <a:grpSpLocks noChangeAspect="true"/>
          </p:cNvGrpSpPr>
          <p:nvPr/>
        </p:nvGrpSpPr>
        <p:grpSpPr>
          <a:xfrm rot="0">
            <a:off x="16237843" y="3273481"/>
            <a:ext cx="854379" cy="854379"/>
            <a:chOff x="0" y="0"/>
            <a:chExt cx="6350000" cy="6350000"/>
          </a:xfrm>
        </p:grpSpPr>
        <p:sp>
          <p:nvSpPr>
            <p:cNvPr name="Freeform 86" id="86"/>
            <p:cNvSpPr/>
            <p:nvPr/>
          </p:nvSpPr>
          <p:spPr>
            <a:xfrm flipH="false" flipV="false" rot="0">
              <a:off x="655320" y="655320"/>
              <a:ext cx="5039360" cy="5039360"/>
            </a:xfrm>
            <a:custGeom>
              <a:avLst/>
              <a:gdLst/>
              <a:ahLst/>
              <a:cxnLst/>
              <a:rect r="r" b="b" t="t" l="l"/>
              <a:pathLst>
                <a:path h="5039360" w="5039360">
                  <a:moveTo>
                    <a:pt x="2519680" y="0"/>
                  </a:moveTo>
                  <a:cubicBezTo>
                    <a:pt x="1127760" y="0"/>
                    <a:pt x="0" y="1127760"/>
                    <a:pt x="0" y="2519680"/>
                  </a:cubicBezTo>
                  <a:cubicBezTo>
                    <a:pt x="0" y="3911600"/>
                    <a:pt x="1127760" y="5039360"/>
                    <a:pt x="2519680" y="5039360"/>
                  </a:cubicBezTo>
                  <a:cubicBezTo>
                    <a:pt x="3911600" y="5039360"/>
                    <a:pt x="5039360" y="3911600"/>
                    <a:pt x="5039360" y="2519680"/>
                  </a:cubicBezTo>
                  <a:cubicBezTo>
                    <a:pt x="5039360" y="1127760"/>
                    <a:pt x="3911600" y="0"/>
                    <a:pt x="2519680" y="0"/>
                  </a:cubicBezTo>
                  <a:close/>
                </a:path>
              </a:pathLst>
            </a:custGeom>
            <a:blipFill>
              <a:blip r:embed="rId12"/>
              <a:stretch>
                <a:fillRect l="-111672" t="-13004" r="-111672" b="-13004"/>
              </a:stretch>
            </a:blipFill>
          </p:spPr>
        </p:sp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3670" y="0"/>
                    <a:pt x="0" y="1424940"/>
                    <a:pt x="0" y="3175000"/>
                  </a:cubicBezTo>
                  <a:cubicBezTo>
                    <a:pt x="0" y="4925060"/>
                    <a:pt x="1423670" y="6350000"/>
                    <a:pt x="3175000" y="6350000"/>
                  </a:cubicBezTo>
                  <a:cubicBezTo>
                    <a:pt x="4925060" y="6350000"/>
                    <a:pt x="6350000" y="4926330"/>
                    <a:pt x="6350000" y="3175000"/>
                  </a:cubicBezTo>
                  <a:cubicBezTo>
                    <a:pt x="6350000" y="1424940"/>
                    <a:pt x="4926330" y="0"/>
                    <a:pt x="3175000" y="0"/>
                  </a:cubicBezTo>
                  <a:close/>
                  <a:moveTo>
                    <a:pt x="3175000" y="5833110"/>
                  </a:moveTo>
                  <a:cubicBezTo>
                    <a:pt x="1709420" y="5833110"/>
                    <a:pt x="516890" y="4640580"/>
                    <a:pt x="516890" y="3175000"/>
                  </a:cubicBezTo>
                  <a:cubicBezTo>
                    <a:pt x="516890" y="1709420"/>
                    <a:pt x="1709420" y="516890"/>
                    <a:pt x="3175000" y="516890"/>
                  </a:cubicBezTo>
                  <a:cubicBezTo>
                    <a:pt x="4640580" y="516890"/>
                    <a:pt x="5833110" y="1709420"/>
                    <a:pt x="5833110" y="3175000"/>
                  </a:cubicBezTo>
                  <a:cubicBezTo>
                    <a:pt x="5833110" y="4640580"/>
                    <a:pt x="4640580" y="5833110"/>
                    <a:pt x="3175000" y="583311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88" id="88"/>
          <p:cNvGrpSpPr>
            <a:grpSpLocks noChangeAspect="true"/>
          </p:cNvGrpSpPr>
          <p:nvPr/>
        </p:nvGrpSpPr>
        <p:grpSpPr>
          <a:xfrm rot="0">
            <a:off x="13293756" y="3273481"/>
            <a:ext cx="854379" cy="854379"/>
            <a:chOff x="0" y="0"/>
            <a:chExt cx="6350000" cy="6350000"/>
          </a:xfrm>
        </p:grpSpPr>
        <p:sp>
          <p:nvSpPr>
            <p:cNvPr name="Freeform 89" id="89"/>
            <p:cNvSpPr/>
            <p:nvPr/>
          </p:nvSpPr>
          <p:spPr>
            <a:xfrm flipH="false" flipV="false" rot="0">
              <a:off x="655320" y="655320"/>
              <a:ext cx="5039360" cy="5039360"/>
            </a:xfrm>
            <a:custGeom>
              <a:avLst/>
              <a:gdLst/>
              <a:ahLst/>
              <a:cxnLst/>
              <a:rect r="r" b="b" t="t" l="l"/>
              <a:pathLst>
                <a:path h="5039360" w="5039360">
                  <a:moveTo>
                    <a:pt x="2519680" y="0"/>
                  </a:moveTo>
                  <a:cubicBezTo>
                    <a:pt x="1127760" y="0"/>
                    <a:pt x="0" y="1127760"/>
                    <a:pt x="0" y="2519680"/>
                  </a:cubicBezTo>
                  <a:cubicBezTo>
                    <a:pt x="0" y="3911600"/>
                    <a:pt x="1127760" y="5039360"/>
                    <a:pt x="2519680" y="5039360"/>
                  </a:cubicBezTo>
                  <a:cubicBezTo>
                    <a:pt x="3911600" y="5039360"/>
                    <a:pt x="5039360" y="3911600"/>
                    <a:pt x="5039360" y="2519680"/>
                  </a:cubicBezTo>
                  <a:cubicBezTo>
                    <a:pt x="5039360" y="1127760"/>
                    <a:pt x="3911600" y="0"/>
                    <a:pt x="2519680" y="0"/>
                  </a:cubicBezTo>
                  <a:close/>
                </a:path>
              </a:pathLst>
            </a:custGeom>
            <a:blipFill>
              <a:blip r:embed="rId12"/>
              <a:stretch>
                <a:fillRect l="-111672" t="-13004" r="-111672" b="-13004"/>
              </a:stretch>
            </a:blipFill>
          </p:spPr>
        </p:sp>
        <p:sp>
          <p:nvSpPr>
            <p:cNvPr name="Freeform 90" id="90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3670" y="0"/>
                    <a:pt x="0" y="1424940"/>
                    <a:pt x="0" y="3175000"/>
                  </a:cubicBezTo>
                  <a:cubicBezTo>
                    <a:pt x="0" y="4925060"/>
                    <a:pt x="1423670" y="6350000"/>
                    <a:pt x="3175000" y="6350000"/>
                  </a:cubicBezTo>
                  <a:cubicBezTo>
                    <a:pt x="4925060" y="6350000"/>
                    <a:pt x="6350000" y="4926330"/>
                    <a:pt x="6350000" y="3175000"/>
                  </a:cubicBezTo>
                  <a:cubicBezTo>
                    <a:pt x="6350000" y="1424940"/>
                    <a:pt x="4926330" y="0"/>
                    <a:pt x="3175000" y="0"/>
                  </a:cubicBezTo>
                  <a:close/>
                  <a:moveTo>
                    <a:pt x="3175000" y="5833110"/>
                  </a:moveTo>
                  <a:cubicBezTo>
                    <a:pt x="1709420" y="5833110"/>
                    <a:pt x="516890" y="4640580"/>
                    <a:pt x="516890" y="3175000"/>
                  </a:cubicBezTo>
                  <a:cubicBezTo>
                    <a:pt x="516890" y="1709420"/>
                    <a:pt x="1709420" y="516890"/>
                    <a:pt x="3175000" y="516890"/>
                  </a:cubicBezTo>
                  <a:cubicBezTo>
                    <a:pt x="4640580" y="516890"/>
                    <a:pt x="5833110" y="1709420"/>
                    <a:pt x="5833110" y="3175000"/>
                  </a:cubicBezTo>
                  <a:cubicBezTo>
                    <a:pt x="5833110" y="4640580"/>
                    <a:pt x="4640580" y="5833110"/>
                    <a:pt x="3175000" y="583311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91" id="91"/>
          <p:cNvGrpSpPr>
            <a:grpSpLocks noChangeAspect="true"/>
          </p:cNvGrpSpPr>
          <p:nvPr/>
        </p:nvGrpSpPr>
        <p:grpSpPr>
          <a:xfrm rot="0">
            <a:off x="7448281" y="3273481"/>
            <a:ext cx="854379" cy="854379"/>
            <a:chOff x="0" y="0"/>
            <a:chExt cx="6350000" cy="6350000"/>
          </a:xfrm>
        </p:grpSpPr>
        <p:sp>
          <p:nvSpPr>
            <p:cNvPr name="Freeform 92" id="92"/>
            <p:cNvSpPr/>
            <p:nvPr/>
          </p:nvSpPr>
          <p:spPr>
            <a:xfrm flipH="false" flipV="false" rot="0">
              <a:off x="655320" y="655320"/>
              <a:ext cx="5039360" cy="5039360"/>
            </a:xfrm>
            <a:custGeom>
              <a:avLst/>
              <a:gdLst/>
              <a:ahLst/>
              <a:cxnLst/>
              <a:rect r="r" b="b" t="t" l="l"/>
              <a:pathLst>
                <a:path h="5039360" w="5039360">
                  <a:moveTo>
                    <a:pt x="2519680" y="0"/>
                  </a:moveTo>
                  <a:cubicBezTo>
                    <a:pt x="1127760" y="0"/>
                    <a:pt x="0" y="1127760"/>
                    <a:pt x="0" y="2519680"/>
                  </a:cubicBezTo>
                  <a:cubicBezTo>
                    <a:pt x="0" y="3911600"/>
                    <a:pt x="1127760" y="5039360"/>
                    <a:pt x="2519680" y="5039360"/>
                  </a:cubicBezTo>
                  <a:cubicBezTo>
                    <a:pt x="3911600" y="5039360"/>
                    <a:pt x="5039360" y="3911600"/>
                    <a:pt x="5039360" y="2519680"/>
                  </a:cubicBezTo>
                  <a:cubicBezTo>
                    <a:pt x="5039360" y="1127760"/>
                    <a:pt x="3911600" y="0"/>
                    <a:pt x="2519680" y="0"/>
                  </a:cubicBezTo>
                  <a:close/>
                </a:path>
              </a:pathLst>
            </a:custGeom>
            <a:blipFill>
              <a:blip r:embed="rId12"/>
              <a:stretch>
                <a:fillRect l="-111672" t="-13004" r="-111672" b="-13004"/>
              </a:stretch>
            </a:blipFill>
          </p:spPr>
        </p:sp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3670" y="0"/>
                    <a:pt x="0" y="1424940"/>
                    <a:pt x="0" y="3175000"/>
                  </a:cubicBezTo>
                  <a:cubicBezTo>
                    <a:pt x="0" y="4925060"/>
                    <a:pt x="1423670" y="6350000"/>
                    <a:pt x="3175000" y="6350000"/>
                  </a:cubicBezTo>
                  <a:cubicBezTo>
                    <a:pt x="4925060" y="6350000"/>
                    <a:pt x="6350000" y="4926330"/>
                    <a:pt x="6350000" y="3175000"/>
                  </a:cubicBezTo>
                  <a:cubicBezTo>
                    <a:pt x="6350000" y="1424940"/>
                    <a:pt x="4926330" y="0"/>
                    <a:pt x="3175000" y="0"/>
                  </a:cubicBezTo>
                  <a:close/>
                  <a:moveTo>
                    <a:pt x="3175000" y="5833110"/>
                  </a:moveTo>
                  <a:cubicBezTo>
                    <a:pt x="1709420" y="5833110"/>
                    <a:pt x="516890" y="4640580"/>
                    <a:pt x="516890" y="3175000"/>
                  </a:cubicBezTo>
                  <a:cubicBezTo>
                    <a:pt x="516890" y="1709420"/>
                    <a:pt x="1709420" y="516890"/>
                    <a:pt x="3175000" y="516890"/>
                  </a:cubicBezTo>
                  <a:cubicBezTo>
                    <a:pt x="4640580" y="516890"/>
                    <a:pt x="5833110" y="1709420"/>
                    <a:pt x="5833110" y="3175000"/>
                  </a:cubicBezTo>
                  <a:cubicBezTo>
                    <a:pt x="5833110" y="4640580"/>
                    <a:pt x="4640580" y="5833110"/>
                    <a:pt x="3175000" y="583311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94" id="94"/>
          <p:cNvGrpSpPr/>
          <p:nvPr/>
        </p:nvGrpSpPr>
        <p:grpSpPr>
          <a:xfrm rot="0">
            <a:off x="16665365" y="1479112"/>
            <a:ext cx="217202" cy="203490"/>
            <a:chOff x="0" y="0"/>
            <a:chExt cx="279765" cy="262103"/>
          </a:xfrm>
        </p:grpSpPr>
        <p:sp>
          <p:nvSpPr>
            <p:cNvPr name="Freeform 95" id="95"/>
            <p:cNvSpPr/>
            <p:nvPr/>
          </p:nvSpPr>
          <p:spPr>
            <a:xfrm flipH="false" flipV="false" rot="0">
              <a:off x="0" y="0"/>
              <a:ext cx="279765" cy="262103"/>
            </a:xfrm>
            <a:custGeom>
              <a:avLst/>
              <a:gdLst/>
              <a:ahLst/>
              <a:cxnLst/>
              <a:rect r="r" b="b" t="t" l="l"/>
              <a:pathLst>
                <a:path h="262103" w="279765">
                  <a:moveTo>
                    <a:pt x="0" y="0"/>
                  </a:moveTo>
                  <a:lnTo>
                    <a:pt x="279765" y="0"/>
                  </a:lnTo>
                  <a:lnTo>
                    <a:pt x="279765" y="262103"/>
                  </a:lnTo>
                  <a:lnTo>
                    <a:pt x="0" y="262103"/>
                  </a:lnTo>
                  <a:close/>
                </a:path>
              </a:pathLst>
            </a:custGeom>
            <a:solidFill>
              <a:srgbClr val="000C22"/>
            </a:solidFill>
          </p:spPr>
        </p:sp>
        <p:sp>
          <p:nvSpPr>
            <p:cNvPr name="TextBox 96" id="96"/>
            <p:cNvSpPr txBox="true"/>
            <p:nvPr/>
          </p:nvSpPr>
          <p:spPr>
            <a:xfrm>
              <a:off x="0" y="0"/>
              <a:ext cx="279765" cy="262103"/>
            </a:xfrm>
            <a:prstGeom prst="rect">
              <a:avLst/>
            </a:prstGeom>
          </p:spPr>
          <p:txBody>
            <a:bodyPr anchor="ctr" rtlCol="false" tIns="15207" lIns="15207" bIns="15207" rIns="15207"/>
            <a:lstStyle/>
            <a:p>
              <a:pPr algn="ctr">
                <a:lnSpc>
                  <a:spcPts val="187"/>
                </a:lnSpc>
              </a:pPr>
            </a:p>
          </p:txBody>
        </p:sp>
      </p:grpSp>
      <p:sp>
        <p:nvSpPr>
          <p:cNvPr name="Freeform 97" id="97"/>
          <p:cNvSpPr/>
          <p:nvPr/>
        </p:nvSpPr>
        <p:spPr>
          <a:xfrm flipH="false" flipV="false" rot="0">
            <a:off x="10589823" y="568945"/>
            <a:ext cx="1374929" cy="1354305"/>
          </a:xfrm>
          <a:custGeom>
            <a:avLst/>
            <a:gdLst/>
            <a:ahLst/>
            <a:cxnLst/>
            <a:rect r="r" b="b" t="t" l="l"/>
            <a:pathLst>
              <a:path h="1354305" w="1374929">
                <a:moveTo>
                  <a:pt x="0" y="0"/>
                </a:moveTo>
                <a:lnTo>
                  <a:pt x="1374929" y="0"/>
                </a:lnTo>
                <a:lnTo>
                  <a:pt x="1374929" y="1354305"/>
                </a:lnTo>
                <a:lnTo>
                  <a:pt x="0" y="1354305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TextBox 98" id="98"/>
          <p:cNvSpPr txBox="true"/>
          <p:nvPr/>
        </p:nvSpPr>
        <p:spPr>
          <a:xfrm rot="0">
            <a:off x="12833492" y="833760"/>
            <a:ext cx="2385153" cy="967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09"/>
              </a:lnSpc>
            </a:pPr>
            <a:r>
              <a:rPr lang="en-US" sz="4415">
                <a:solidFill>
                  <a:srgbClr val="FFFFFF"/>
                </a:solidFill>
                <a:latin typeface="Blanka"/>
                <a:ea typeface="Blanka"/>
                <a:cs typeface="Blanka"/>
                <a:sym typeface="Blanka"/>
              </a:rPr>
              <a:t>Team</a:t>
            </a:r>
          </a:p>
          <a:p>
            <a:pPr algn="ctr">
              <a:lnSpc>
                <a:spcPts val="3709"/>
              </a:lnSpc>
            </a:pPr>
            <a:r>
              <a:rPr lang="en-US" sz="4415">
                <a:solidFill>
                  <a:srgbClr val="FFFFFF"/>
                </a:solidFill>
                <a:latin typeface="Blanka"/>
                <a:ea typeface="Blanka"/>
                <a:cs typeface="Blanka"/>
                <a:sym typeface="Blanka"/>
              </a:rPr>
              <a:t>Sankalp</a:t>
            </a:r>
          </a:p>
        </p:txBody>
      </p:sp>
      <p:sp>
        <p:nvSpPr>
          <p:cNvPr name="AutoShape 99" id="99"/>
          <p:cNvSpPr/>
          <p:nvPr/>
        </p:nvSpPr>
        <p:spPr>
          <a:xfrm>
            <a:off x="15653015" y="435381"/>
            <a:ext cx="0" cy="1621433"/>
          </a:xfrm>
          <a:prstGeom prst="line">
            <a:avLst/>
          </a:prstGeom>
          <a:ln cap="flat" w="476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00" id="100"/>
          <p:cNvSpPr/>
          <p:nvPr/>
        </p:nvSpPr>
        <p:spPr>
          <a:xfrm>
            <a:off x="12399122" y="435381"/>
            <a:ext cx="0" cy="1621433"/>
          </a:xfrm>
          <a:prstGeom prst="line">
            <a:avLst/>
          </a:prstGeom>
          <a:ln cap="flat" w="476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01" id="101"/>
          <p:cNvGrpSpPr/>
          <p:nvPr/>
        </p:nvGrpSpPr>
        <p:grpSpPr>
          <a:xfrm rot="0">
            <a:off x="16032266" y="530738"/>
            <a:ext cx="1464351" cy="1487869"/>
            <a:chOff x="0" y="0"/>
            <a:chExt cx="1952468" cy="1983825"/>
          </a:xfrm>
        </p:grpSpPr>
        <p:grpSp>
          <p:nvGrpSpPr>
            <p:cNvPr name="Group 102" id="102"/>
            <p:cNvGrpSpPr/>
            <p:nvPr/>
          </p:nvGrpSpPr>
          <p:grpSpPr>
            <a:xfrm rot="0">
              <a:off x="0" y="0"/>
              <a:ext cx="1952468" cy="1855535"/>
              <a:chOff x="0" y="0"/>
              <a:chExt cx="1764801" cy="1677185"/>
            </a:xfrm>
          </p:grpSpPr>
          <p:sp>
            <p:nvSpPr>
              <p:cNvPr name="Freeform 103" id="103"/>
              <p:cNvSpPr/>
              <p:nvPr/>
            </p:nvSpPr>
            <p:spPr>
              <a:xfrm flipH="false" flipV="false" rot="0">
                <a:off x="0" y="0"/>
                <a:ext cx="1764801" cy="1677185"/>
              </a:xfrm>
              <a:custGeom>
                <a:avLst/>
                <a:gdLst/>
                <a:ahLst/>
                <a:cxnLst/>
                <a:rect r="r" b="b" t="t" l="l"/>
                <a:pathLst>
                  <a:path h="1677185" w="1764801">
                    <a:moveTo>
                      <a:pt x="0" y="0"/>
                    </a:moveTo>
                    <a:lnTo>
                      <a:pt x="1764801" y="0"/>
                    </a:lnTo>
                    <a:lnTo>
                      <a:pt x="1764801" y="1677185"/>
                    </a:lnTo>
                    <a:lnTo>
                      <a:pt x="0" y="1677185"/>
                    </a:lnTo>
                    <a:close/>
                  </a:path>
                </a:pathLst>
              </a:custGeom>
              <a:ln w="47625" cap="sq">
                <a:solidFill>
                  <a:srgbClr val="FFFFFF"/>
                </a:solidFill>
                <a:prstDash val="solid"/>
                <a:miter/>
              </a:ln>
            </p:spPr>
          </p:sp>
          <p:sp>
            <p:nvSpPr>
              <p:cNvPr name="TextBox 104" id="104"/>
              <p:cNvSpPr txBox="true"/>
              <p:nvPr/>
            </p:nvSpPr>
            <p:spPr>
              <a:xfrm>
                <a:off x="0" y="0"/>
                <a:ext cx="1764801" cy="1677185"/>
              </a:xfrm>
              <a:prstGeom prst="rect">
                <a:avLst/>
              </a:prstGeom>
            </p:spPr>
            <p:txBody>
              <a:bodyPr anchor="ctr" rtlCol="false" tIns="18367" lIns="18367" bIns="18367" rIns="18367"/>
              <a:lstStyle/>
              <a:p>
                <a:pPr algn="ctr">
                  <a:lnSpc>
                    <a:spcPts val="187"/>
                  </a:lnSpc>
                </a:pPr>
              </a:p>
            </p:txBody>
          </p:sp>
        </p:grpSp>
        <p:sp>
          <p:nvSpPr>
            <p:cNvPr name="TextBox 105" id="105"/>
            <p:cNvSpPr txBox="true"/>
            <p:nvPr/>
          </p:nvSpPr>
          <p:spPr>
            <a:xfrm rot="0">
              <a:off x="70987" y="217280"/>
              <a:ext cx="1757914" cy="166396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240"/>
                </a:lnSpc>
              </a:pPr>
              <a:r>
                <a:rPr lang="en-US" sz="5437" spc="554">
                  <a:solidFill>
                    <a:srgbClr val="FFFFFF"/>
                  </a:solidFill>
                  <a:latin typeface="League Gothic"/>
                  <a:ea typeface="League Gothic"/>
                  <a:cs typeface="League Gothic"/>
                  <a:sym typeface="League Gothic"/>
                </a:rPr>
                <a:t>HACK</a:t>
              </a:r>
            </a:p>
            <a:p>
              <a:pPr algn="ctr">
                <a:lnSpc>
                  <a:spcPts val="4947"/>
                </a:lnSpc>
              </a:pPr>
              <a:r>
                <a:rPr lang="en-US" sz="5437" spc="217">
                  <a:solidFill>
                    <a:srgbClr val="FFFFFF"/>
                  </a:solidFill>
                  <a:latin typeface="League Gothic"/>
                  <a:ea typeface="League Gothic"/>
                  <a:cs typeface="League Gothic"/>
                  <a:sym typeface="League Gothic"/>
                </a:rPr>
                <a:t>CRAFT</a:t>
              </a:r>
            </a:p>
          </p:txBody>
        </p:sp>
        <p:grpSp>
          <p:nvGrpSpPr>
            <p:cNvPr name="Group 106" id="106"/>
            <p:cNvGrpSpPr/>
            <p:nvPr/>
          </p:nvGrpSpPr>
          <p:grpSpPr>
            <a:xfrm rot="0">
              <a:off x="823628" y="1693850"/>
              <a:ext cx="309515" cy="289975"/>
              <a:chOff x="0" y="0"/>
              <a:chExt cx="279765" cy="262103"/>
            </a:xfrm>
          </p:grpSpPr>
          <p:sp>
            <p:nvSpPr>
              <p:cNvPr name="Freeform 107" id="107"/>
              <p:cNvSpPr/>
              <p:nvPr/>
            </p:nvSpPr>
            <p:spPr>
              <a:xfrm flipH="false" flipV="false" rot="0">
                <a:off x="0" y="0"/>
                <a:ext cx="279765" cy="262103"/>
              </a:xfrm>
              <a:custGeom>
                <a:avLst/>
                <a:gdLst/>
                <a:ahLst/>
                <a:cxnLst/>
                <a:rect r="r" b="b" t="t" l="l"/>
                <a:pathLst>
                  <a:path h="262103" w="279765">
                    <a:moveTo>
                      <a:pt x="0" y="0"/>
                    </a:moveTo>
                    <a:lnTo>
                      <a:pt x="279765" y="0"/>
                    </a:lnTo>
                    <a:lnTo>
                      <a:pt x="279765" y="262103"/>
                    </a:lnTo>
                    <a:lnTo>
                      <a:pt x="0" y="262103"/>
                    </a:lnTo>
                    <a:close/>
                  </a:path>
                </a:pathLst>
              </a:custGeom>
              <a:solidFill>
                <a:srgbClr val="000C22"/>
              </a:solidFill>
              <a:ln w="47625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name="TextBox 108" id="108"/>
              <p:cNvSpPr txBox="true"/>
              <p:nvPr/>
            </p:nvSpPr>
            <p:spPr>
              <a:xfrm>
                <a:off x="0" y="0"/>
                <a:ext cx="279765" cy="262103"/>
              </a:xfrm>
              <a:prstGeom prst="rect">
                <a:avLst/>
              </a:prstGeom>
            </p:spPr>
            <p:txBody>
              <a:bodyPr anchor="ctr" rtlCol="false" tIns="18367" lIns="18367" bIns="18367" rIns="18367"/>
              <a:lstStyle/>
              <a:p>
                <a:pPr algn="ctr">
                  <a:lnSpc>
                    <a:spcPts val="187"/>
                  </a:lnSpc>
                </a:pPr>
              </a:p>
            </p:txBody>
          </p:sp>
        </p:grpSp>
        <p:sp>
          <p:nvSpPr>
            <p:cNvPr name="TextBox 109" id="109"/>
            <p:cNvSpPr txBox="true"/>
            <p:nvPr/>
          </p:nvSpPr>
          <p:spPr>
            <a:xfrm rot="0">
              <a:off x="876159" y="1698669"/>
              <a:ext cx="200151" cy="28515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784"/>
                </a:lnSpc>
              </a:pPr>
              <a:r>
                <a:rPr lang="en-US" sz="1274">
                  <a:solidFill>
                    <a:srgbClr val="FFFFFF"/>
                  </a:solidFill>
                  <a:latin typeface="League Gothic"/>
                  <a:ea typeface="League Gothic"/>
                  <a:cs typeface="League Gothic"/>
                  <a:sym typeface="League Gothic"/>
                </a:rPr>
                <a:t>3.0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C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>
            <a:hlinkClick r:id="rId4" tooltip="https://www.canva.com/design/DAHCHXv6uB0/1PMLLpAYHkecC-gHC3en6w/view?utm_content=DAHCHXv6uB0&amp;utm_campaign=designshare&amp;utm_medium=link&amp;utm_source=publishsharelink&amp;mode=preview"/>
          </p:cNvPr>
          <p:cNvSpPr/>
          <p:nvPr/>
        </p:nvSpPr>
        <p:spPr>
          <a:xfrm flipH="false" flipV="false" rot="0">
            <a:off x="11798297" y="4713647"/>
            <a:ext cx="2525463" cy="859705"/>
          </a:xfrm>
          <a:custGeom>
            <a:avLst/>
            <a:gdLst/>
            <a:ahLst/>
            <a:cxnLst/>
            <a:rect r="r" b="b" t="t" l="l"/>
            <a:pathLst>
              <a:path h="859705" w="2525463">
                <a:moveTo>
                  <a:pt x="0" y="0"/>
                </a:moveTo>
                <a:lnTo>
                  <a:pt x="2525463" y="0"/>
                </a:lnTo>
                <a:lnTo>
                  <a:pt x="2525463" y="859706"/>
                </a:lnTo>
                <a:lnTo>
                  <a:pt x="0" y="85970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-73423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276859" y="4892633"/>
            <a:ext cx="8266584" cy="585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80"/>
              </a:lnSpc>
            </a:pPr>
            <a:r>
              <a:rPr lang="en-US" sz="3200">
                <a:solidFill>
                  <a:srgbClr val="FFFFFF"/>
                </a:solidFill>
                <a:latin typeface="Horizon"/>
                <a:ea typeface="Horizon"/>
                <a:cs typeface="Horizon"/>
                <a:sym typeface="Horizon"/>
              </a:rPr>
              <a:t>THIS TEMPLATE IS ALSO 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DAHCHXv6uB0</dc:identifier>
  <dcterms:modified xsi:type="dcterms:W3CDTF">2011-08-01T06:04:30Z</dcterms:modified>
  <cp:revision>1</cp:revision>
  <dc:title>#000c22</dc:title>
</cp:coreProperties>
</file>